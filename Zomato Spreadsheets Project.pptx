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8" r:id="rId1"/>
  </p:sldMasterIdLst>
  <p:notesMasterIdLst>
    <p:notesMasterId r:id="rId20"/>
  </p:notesMasterIdLst>
  <p:sldIdLst>
    <p:sldId id="256" r:id="rId2"/>
    <p:sldId id="257" r:id="rId3"/>
    <p:sldId id="283" r:id="rId4"/>
    <p:sldId id="259" r:id="rId5"/>
    <p:sldId id="260" r:id="rId6"/>
    <p:sldId id="261" r:id="rId7"/>
    <p:sldId id="286" r:id="rId8"/>
    <p:sldId id="287" r:id="rId9"/>
    <p:sldId id="264" r:id="rId10"/>
    <p:sldId id="265" r:id="rId11"/>
    <p:sldId id="266" r:id="rId12"/>
    <p:sldId id="267" r:id="rId13"/>
    <p:sldId id="268" r:id="rId14"/>
    <p:sldId id="269" r:id="rId15"/>
    <p:sldId id="272" r:id="rId16"/>
    <p:sldId id="274" r:id="rId17"/>
    <p:sldId id="284" r:id="rId18"/>
    <p:sldId id="285" r:id="rId19"/>
  </p:sldIdLst>
  <p:sldSz cx="12192000" cy="6858000"/>
  <p:notesSz cx="6858000" cy="12192000"/>
  <p:embeddedFontLst>
    <p:embeddedFont>
      <p:font typeface="Montserrat Bold" panose="00000800000000000000" charset="0"/>
      <p:regular r:id="rId21"/>
    </p:embeddedFont>
    <p:embeddedFont>
      <p:font typeface="Poppins Light" panose="00000400000000000000" pitchFamily="2" charset="0"/>
      <p:regular r:id="rId22"/>
      <p:italic r:id="rId23"/>
    </p:embeddedFont>
    <p:embeddedFont>
      <p:font typeface="Sorts Mill Goudy" panose="020B0604020202020204" charset="0"/>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EDB2B8-55D8-4B02-889D-05BBE04DE74A}" v="133" dt="2026-02-20T06:29:19.0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yotirmay mishra" userId="ab22842debdd0526" providerId="LiveId" clId="{86336BC5-DBB0-4370-99E7-1786DECA4078}"/>
    <pc:docChg chg="undo redo custSel addSld delSld modSld sldOrd addSection delSection">
      <pc:chgData name="jyotirmay mishra" userId="ab22842debdd0526" providerId="LiveId" clId="{86336BC5-DBB0-4370-99E7-1786DECA4078}" dt="2026-02-20T06:29:42.615" v="2006" actId="1076"/>
      <pc:docMkLst>
        <pc:docMk/>
      </pc:docMkLst>
      <pc:sldChg chg="modSp mod">
        <pc:chgData name="jyotirmay mishra" userId="ab22842debdd0526" providerId="LiveId" clId="{86336BC5-DBB0-4370-99E7-1786DECA4078}" dt="2026-02-17T13:20:03.913" v="1984" actId="255"/>
        <pc:sldMkLst>
          <pc:docMk/>
          <pc:sldMk cId="0" sldId="256"/>
        </pc:sldMkLst>
        <pc:spChg chg="mod">
          <ac:chgData name="jyotirmay mishra" userId="ab22842debdd0526" providerId="LiveId" clId="{86336BC5-DBB0-4370-99E7-1786DECA4078}" dt="2026-02-17T13:20:03.913" v="1984" actId="255"/>
          <ac:spMkLst>
            <pc:docMk/>
            <pc:sldMk cId="0" sldId="256"/>
            <ac:spMk id="5" creationId="{00000000-0000-0000-0000-000000000000}"/>
          </ac:spMkLst>
        </pc:spChg>
        <pc:spChg chg="mod">
          <ac:chgData name="jyotirmay mishra" userId="ab22842debdd0526" providerId="LiveId" clId="{86336BC5-DBB0-4370-99E7-1786DECA4078}" dt="2026-02-17T13:13:29.916" v="1946" actId="255"/>
          <ac:spMkLst>
            <pc:docMk/>
            <pc:sldMk cId="0" sldId="256"/>
            <ac:spMk id="6" creationId="{00000000-0000-0000-0000-000000000000}"/>
          </ac:spMkLst>
        </pc:spChg>
        <pc:spChg chg="mod">
          <ac:chgData name="jyotirmay mishra" userId="ab22842debdd0526" providerId="LiveId" clId="{86336BC5-DBB0-4370-99E7-1786DECA4078}" dt="2026-02-17T13:13:48.374" v="1947" actId="255"/>
          <ac:spMkLst>
            <pc:docMk/>
            <pc:sldMk cId="0" sldId="256"/>
            <ac:spMk id="12" creationId="{00000000-0000-0000-0000-000000000000}"/>
          </ac:spMkLst>
        </pc:spChg>
      </pc:sldChg>
      <pc:sldChg chg="delSp modSp mod">
        <pc:chgData name="jyotirmay mishra" userId="ab22842debdd0526" providerId="LiveId" clId="{86336BC5-DBB0-4370-99E7-1786DECA4078}" dt="2026-02-17T11:43:32.419" v="1334" actId="108"/>
        <pc:sldMkLst>
          <pc:docMk/>
          <pc:sldMk cId="0" sldId="257"/>
        </pc:sldMkLst>
        <pc:spChg chg="mod">
          <ac:chgData name="jyotirmay mishra" userId="ab22842debdd0526" providerId="LiveId" clId="{86336BC5-DBB0-4370-99E7-1786DECA4078}" dt="2026-02-17T10:05:52.117" v="780" actId="1076"/>
          <ac:spMkLst>
            <pc:docMk/>
            <pc:sldMk cId="0" sldId="257"/>
            <ac:spMk id="4" creationId="{00000000-0000-0000-0000-000000000000}"/>
          </ac:spMkLst>
        </pc:spChg>
        <pc:spChg chg="mod">
          <ac:chgData name="jyotirmay mishra" userId="ab22842debdd0526" providerId="LiveId" clId="{86336BC5-DBB0-4370-99E7-1786DECA4078}" dt="2026-02-17T11:43:28.363" v="1333" actId="108"/>
          <ac:spMkLst>
            <pc:docMk/>
            <pc:sldMk cId="0" sldId="257"/>
            <ac:spMk id="10" creationId="{00000000-0000-0000-0000-000000000000}"/>
          </ac:spMkLst>
        </pc:spChg>
        <pc:spChg chg="mod">
          <ac:chgData name="jyotirmay mishra" userId="ab22842debdd0526" providerId="LiveId" clId="{86336BC5-DBB0-4370-99E7-1786DECA4078}" dt="2026-02-17T11:43:32.419" v="1334" actId="108"/>
          <ac:spMkLst>
            <pc:docMk/>
            <pc:sldMk cId="0" sldId="257"/>
            <ac:spMk id="14" creationId="{00000000-0000-0000-0000-000000000000}"/>
          </ac:spMkLst>
        </pc:spChg>
        <pc:spChg chg="mod">
          <ac:chgData name="jyotirmay mishra" userId="ab22842debdd0526" providerId="LiveId" clId="{86336BC5-DBB0-4370-99E7-1786DECA4078}" dt="2026-02-17T10:05:42.688" v="779" actId="255"/>
          <ac:spMkLst>
            <pc:docMk/>
            <pc:sldMk cId="0" sldId="257"/>
            <ac:spMk id="18" creationId="{00000000-0000-0000-0000-000000000000}"/>
          </ac:spMkLst>
        </pc:spChg>
        <pc:spChg chg="mod">
          <ac:chgData name="jyotirmay mishra" userId="ab22842debdd0526" providerId="LiveId" clId="{86336BC5-DBB0-4370-99E7-1786DECA4078}" dt="2026-02-17T10:02:41.534" v="751" actId="1076"/>
          <ac:spMkLst>
            <pc:docMk/>
            <pc:sldMk cId="0" sldId="257"/>
            <ac:spMk id="20" creationId="{00000000-0000-0000-0000-000000000000}"/>
          </ac:spMkLst>
        </pc:spChg>
        <pc:spChg chg="mod">
          <ac:chgData name="jyotirmay mishra" userId="ab22842debdd0526" providerId="LiveId" clId="{86336BC5-DBB0-4370-99E7-1786DECA4078}" dt="2026-02-17T10:03:25.797" v="760" actId="1076"/>
          <ac:spMkLst>
            <pc:docMk/>
            <pc:sldMk cId="0" sldId="257"/>
            <ac:spMk id="21" creationId="{00000000-0000-0000-0000-000000000000}"/>
          </ac:spMkLst>
        </pc:spChg>
        <pc:spChg chg="mod">
          <ac:chgData name="jyotirmay mishra" userId="ab22842debdd0526" providerId="LiveId" clId="{86336BC5-DBB0-4370-99E7-1786DECA4078}" dt="2026-02-17T10:03:16.435" v="759" actId="1076"/>
          <ac:spMkLst>
            <pc:docMk/>
            <pc:sldMk cId="0" sldId="257"/>
            <ac:spMk id="22" creationId="{00000000-0000-0000-0000-000000000000}"/>
          </ac:spMkLst>
        </pc:spChg>
        <pc:spChg chg="mod">
          <ac:chgData name="jyotirmay mishra" userId="ab22842debdd0526" providerId="LiveId" clId="{86336BC5-DBB0-4370-99E7-1786DECA4078}" dt="2026-02-17T11:41:10.271" v="1318" actId="108"/>
          <ac:spMkLst>
            <pc:docMk/>
            <pc:sldMk cId="0" sldId="257"/>
            <ac:spMk id="23" creationId="{00000000-0000-0000-0000-000000000000}"/>
          </ac:spMkLst>
        </pc:spChg>
        <pc:spChg chg="mod">
          <ac:chgData name="jyotirmay mishra" userId="ab22842debdd0526" providerId="LiveId" clId="{86336BC5-DBB0-4370-99E7-1786DECA4078}" dt="2026-02-17T10:04:13.320" v="768" actId="1076"/>
          <ac:spMkLst>
            <pc:docMk/>
            <pc:sldMk cId="0" sldId="257"/>
            <ac:spMk id="24" creationId="{00000000-0000-0000-0000-000000000000}"/>
          </ac:spMkLst>
        </pc:spChg>
        <pc:spChg chg="mod">
          <ac:chgData name="jyotirmay mishra" userId="ab22842debdd0526" providerId="LiveId" clId="{86336BC5-DBB0-4370-99E7-1786DECA4078}" dt="2026-02-17T10:03:52.311" v="765" actId="1076"/>
          <ac:spMkLst>
            <pc:docMk/>
            <pc:sldMk cId="0" sldId="257"/>
            <ac:spMk id="25" creationId="{00000000-0000-0000-0000-000000000000}"/>
          </ac:spMkLst>
        </pc:spChg>
        <pc:spChg chg="mod">
          <ac:chgData name="jyotirmay mishra" userId="ab22842debdd0526" providerId="LiveId" clId="{86336BC5-DBB0-4370-99E7-1786DECA4078}" dt="2026-02-17T10:03:49.643" v="764" actId="1076"/>
          <ac:spMkLst>
            <pc:docMk/>
            <pc:sldMk cId="0" sldId="257"/>
            <ac:spMk id="26" creationId="{00000000-0000-0000-0000-000000000000}"/>
          </ac:spMkLst>
        </pc:spChg>
        <pc:spChg chg="mod">
          <ac:chgData name="jyotirmay mishra" userId="ab22842debdd0526" providerId="LiveId" clId="{86336BC5-DBB0-4370-99E7-1786DECA4078}" dt="2026-02-17T11:41:12.894" v="1319" actId="108"/>
          <ac:spMkLst>
            <pc:docMk/>
            <pc:sldMk cId="0" sldId="257"/>
            <ac:spMk id="27" creationId="{00000000-0000-0000-0000-000000000000}"/>
          </ac:spMkLst>
        </pc:spChg>
        <pc:spChg chg="mod">
          <ac:chgData name="jyotirmay mishra" userId="ab22842debdd0526" providerId="LiveId" clId="{86336BC5-DBB0-4370-99E7-1786DECA4078}" dt="2026-02-17T10:04:23.231" v="770" actId="1076"/>
          <ac:spMkLst>
            <pc:docMk/>
            <pc:sldMk cId="0" sldId="257"/>
            <ac:spMk id="28" creationId="{00000000-0000-0000-0000-000000000000}"/>
          </ac:spMkLst>
        </pc:spChg>
        <pc:spChg chg="mod">
          <ac:chgData name="jyotirmay mishra" userId="ab22842debdd0526" providerId="LiveId" clId="{86336BC5-DBB0-4370-99E7-1786DECA4078}" dt="2026-02-17T11:41:16.088" v="1320" actId="108"/>
          <ac:spMkLst>
            <pc:docMk/>
            <pc:sldMk cId="0" sldId="257"/>
            <ac:spMk id="31" creationId="{00000000-0000-0000-0000-000000000000}"/>
          </ac:spMkLst>
        </pc:spChg>
        <pc:spChg chg="mod">
          <ac:chgData name="jyotirmay mishra" userId="ab22842debdd0526" providerId="LiveId" clId="{86336BC5-DBB0-4370-99E7-1786DECA4078}" dt="2026-02-17T10:02:12.015" v="747" actId="108"/>
          <ac:spMkLst>
            <pc:docMk/>
            <pc:sldMk cId="0" sldId="257"/>
            <ac:spMk id="32" creationId="{00000000-0000-0000-0000-000000000000}"/>
          </ac:spMkLst>
        </pc:spChg>
        <pc:spChg chg="mod">
          <ac:chgData name="jyotirmay mishra" userId="ab22842debdd0526" providerId="LiveId" clId="{86336BC5-DBB0-4370-99E7-1786DECA4078}" dt="2026-02-17T10:05:19.095" v="777" actId="1076"/>
          <ac:spMkLst>
            <pc:docMk/>
            <pc:sldMk cId="0" sldId="257"/>
            <ac:spMk id="33" creationId="{00000000-0000-0000-0000-000000000000}"/>
          </ac:spMkLst>
        </pc:spChg>
        <pc:spChg chg="mod">
          <ac:chgData name="jyotirmay mishra" userId="ab22842debdd0526" providerId="LiveId" clId="{86336BC5-DBB0-4370-99E7-1786DECA4078}" dt="2026-02-17T10:05:08.943" v="775" actId="1076"/>
          <ac:spMkLst>
            <pc:docMk/>
            <pc:sldMk cId="0" sldId="257"/>
            <ac:spMk id="34" creationId="{00000000-0000-0000-0000-000000000000}"/>
          </ac:spMkLst>
        </pc:spChg>
        <pc:spChg chg="mod">
          <ac:chgData name="jyotirmay mishra" userId="ab22842debdd0526" providerId="LiveId" clId="{86336BC5-DBB0-4370-99E7-1786DECA4078}" dt="2026-02-17T11:41:18.858" v="1321" actId="108"/>
          <ac:spMkLst>
            <pc:docMk/>
            <pc:sldMk cId="0" sldId="257"/>
            <ac:spMk id="35" creationId="{00000000-0000-0000-0000-000000000000}"/>
          </ac:spMkLst>
        </pc:spChg>
        <pc:spChg chg="mod">
          <ac:chgData name="jyotirmay mishra" userId="ab22842debdd0526" providerId="LiveId" clId="{86336BC5-DBB0-4370-99E7-1786DECA4078}" dt="2026-02-17T10:04:48.641" v="773" actId="1076"/>
          <ac:spMkLst>
            <pc:docMk/>
            <pc:sldMk cId="0" sldId="257"/>
            <ac:spMk id="36" creationId="{00000000-0000-0000-0000-000000000000}"/>
          </ac:spMkLst>
        </pc:spChg>
      </pc:sldChg>
      <pc:sldChg chg="addSp delSp modSp mod">
        <pc:chgData name="jyotirmay mishra" userId="ab22842debdd0526" providerId="LiveId" clId="{86336BC5-DBB0-4370-99E7-1786DECA4078}" dt="2026-02-17T13:23:58.452" v="2000" actId="108"/>
        <pc:sldMkLst>
          <pc:docMk/>
          <pc:sldMk cId="0" sldId="259"/>
        </pc:sldMkLst>
        <pc:spChg chg="mod">
          <ac:chgData name="jyotirmay mishra" userId="ab22842debdd0526" providerId="LiveId" clId="{86336BC5-DBB0-4370-99E7-1786DECA4078}" dt="2026-02-17T11:42:39.043" v="1330" actId="1076"/>
          <ac:spMkLst>
            <pc:docMk/>
            <pc:sldMk cId="0" sldId="259"/>
            <ac:spMk id="4" creationId="{00000000-0000-0000-0000-000000000000}"/>
          </ac:spMkLst>
        </pc:spChg>
        <pc:spChg chg="mod">
          <ac:chgData name="jyotirmay mishra" userId="ab22842debdd0526" providerId="LiveId" clId="{86336BC5-DBB0-4370-99E7-1786DECA4078}" dt="2026-02-17T10:23:34.551" v="846" actId="14100"/>
          <ac:spMkLst>
            <pc:docMk/>
            <pc:sldMk cId="0" sldId="259"/>
            <ac:spMk id="5" creationId="{00000000-0000-0000-0000-000000000000}"/>
          </ac:spMkLst>
        </pc:spChg>
        <pc:spChg chg="mod">
          <ac:chgData name="jyotirmay mishra" userId="ab22842debdd0526" providerId="LiveId" clId="{86336BC5-DBB0-4370-99E7-1786DECA4078}" dt="2026-02-17T11:48:25.696" v="1388" actId="108"/>
          <ac:spMkLst>
            <pc:docMk/>
            <pc:sldMk cId="0" sldId="259"/>
            <ac:spMk id="10" creationId="{00000000-0000-0000-0000-000000000000}"/>
          </ac:spMkLst>
        </pc:spChg>
        <pc:spChg chg="mod">
          <ac:chgData name="jyotirmay mishra" userId="ab22842debdd0526" providerId="LiveId" clId="{86336BC5-DBB0-4370-99E7-1786DECA4078}" dt="2026-02-17T13:23:52.842" v="1998" actId="108"/>
          <ac:spMkLst>
            <pc:docMk/>
            <pc:sldMk cId="0" sldId="259"/>
            <ac:spMk id="11" creationId="{00000000-0000-0000-0000-000000000000}"/>
          </ac:spMkLst>
        </pc:spChg>
        <pc:spChg chg="mod">
          <ac:chgData name="jyotirmay mishra" userId="ab22842debdd0526" providerId="LiveId" clId="{86336BC5-DBB0-4370-99E7-1786DECA4078}" dt="2026-02-17T11:48:38.705" v="1392" actId="108"/>
          <ac:spMkLst>
            <pc:docMk/>
            <pc:sldMk cId="0" sldId="259"/>
            <ac:spMk id="15" creationId="{00000000-0000-0000-0000-000000000000}"/>
          </ac:spMkLst>
        </pc:spChg>
        <pc:spChg chg="mod">
          <ac:chgData name="jyotirmay mishra" userId="ab22842debdd0526" providerId="LiveId" clId="{86336BC5-DBB0-4370-99E7-1786DECA4078}" dt="2026-02-17T13:20:03.353" v="1983" actId="21"/>
          <ac:spMkLst>
            <pc:docMk/>
            <pc:sldMk cId="0" sldId="259"/>
            <ac:spMk id="16" creationId="{00000000-0000-0000-0000-000000000000}"/>
          </ac:spMkLst>
        </pc:spChg>
        <pc:spChg chg="mod">
          <ac:chgData name="jyotirmay mishra" userId="ab22842debdd0526" providerId="LiveId" clId="{86336BC5-DBB0-4370-99E7-1786DECA4078}" dt="2026-02-17T11:48:28.881" v="1389" actId="108"/>
          <ac:spMkLst>
            <pc:docMk/>
            <pc:sldMk cId="0" sldId="259"/>
            <ac:spMk id="20" creationId="{00000000-0000-0000-0000-000000000000}"/>
          </ac:spMkLst>
        </pc:spChg>
        <pc:spChg chg="mod">
          <ac:chgData name="jyotirmay mishra" userId="ab22842debdd0526" providerId="LiveId" clId="{86336BC5-DBB0-4370-99E7-1786DECA4078}" dt="2026-02-17T13:23:55.292" v="1999" actId="108"/>
          <ac:spMkLst>
            <pc:docMk/>
            <pc:sldMk cId="0" sldId="259"/>
            <ac:spMk id="21" creationId="{00000000-0000-0000-0000-000000000000}"/>
          </ac:spMkLst>
        </pc:spChg>
        <pc:spChg chg="mod">
          <ac:chgData name="jyotirmay mishra" userId="ab22842debdd0526" providerId="LiveId" clId="{86336BC5-DBB0-4370-99E7-1786DECA4078}" dt="2026-02-17T11:48:40.945" v="1393" actId="108"/>
          <ac:spMkLst>
            <pc:docMk/>
            <pc:sldMk cId="0" sldId="259"/>
            <ac:spMk id="25" creationId="{00000000-0000-0000-0000-000000000000}"/>
          </ac:spMkLst>
        </pc:spChg>
        <pc:spChg chg="mod">
          <ac:chgData name="jyotirmay mishra" userId="ab22842debdd0526" providerId="LiveId" clId="{86336BC5-DBB0-4370-99E7-1786DECA4078}" dt="2026-02-17T13:21:13.921" v="1987" actId="108"/>
          <ac:spMkLst>
            <pc:docMk/>
            <pc:sldMk cId="0" sldId="259"/>
            <ac:spMk id="26" creationId="{00000000-0000-0000-0000-000000000000}"/>
          </ac:spMkLst>
        </pc:spChg>
        <pc:spChg chg="mod">
          <ac:chgData name="jyotirmay mishra" userId="ab22842debdd0526" providerId="LiveId" clId="{86336BC5-DBB0-4370-99E7-1786DECA4078}" dt="2026-02-17T11:48:31.487" v="1390" actId="108"/>
          <ac:spMkLst>
            <pc:docMk/>
            <pc:sldMk cId="0" sldId="259"/>
            <ac:spMk id="30" creationId="{00000000-0000-0000-0000-000000000000}"/>
          </ac:spMkLst>
        </pc:spChg>
        <pc:spChg chg="mod">
          <ac:chgData name="jyotirmay mishra" userId="ab22842debdd0526" providerId="LiveId" clId="{86336BC5-DBB0-4370-99E7-1786DECA4078}" dt="2026-02-17T13:23:58.452" v="2000" actId="108"/>
          <ac:spMkLst>
            <pc:docMk/>
            <pc:sldMk cId="0" sldId="259"/>
            <ac:spMk id="31" creationId="{00000000-0000-0000-0000-000000000000}"/>
          </ac:spMkLst>
        </pc:spChg>
        <pc:spChg chg="mod">
          <ac:chgData name="jyotirmay mishra" userId="ab22842debdd0526" providerId="LiveId" clId="{86336BC5-DBB0-4370-99E7-1786DECA4078}" dt="2026-02-17T11:48:43.928" v="1394" actId="108"/>
          <ac:spMkLst>
            <pc:docMk/>
            <pc:sldMk cId="0" sldId="259"/>
            <ac:spMk id="35" creationId="{00000000-0000-0000-0000-000000000000}"/>
          </ac:spMkLst>
        </pc:spChg>
        <pc:spChg chg="mod">
          <ac:chgData name="jyotirmay mishra" userId="ab22842debdd0526" providerId="LiveId" clId="{86336BC5-DBB0-4370-99E7-1786DECA4078}" dt="2026-02-17T13:21:04.508" v="1986" actId="108"/>
          <ac:spMkLst>
            <pc:docMk/>
            <pc:sldMk cId="0" sldId="259"/>
            <ac:spMk id="36" creationId="{00000000-0000-0000-0000-000000000000}"/>
          </ac:spMkLst>
        </pc:spChg>
        <pc:spChg chg="add del mod">
          <ac:chgData name="jyotirmay mishra" userId="ab22842debdd0526" providerId="LiveId" clId="{86336BC5-DBB0-4370-99E7-1786DECA4078}" dt="2026-02-17T11:49:34.645" v="1404" actId="1076"/>
          <ac:spMkLst>
            <pc:docMk/>
            <pc:sldMk cId="0" sldId="259"/>
            <ac:spMk id="37" creationId="{00000000-0000-0000-0000-000000000000}"/>
          </ac:spMkLst>
        </pc:spChg>
        <pc:spChg chg="mod">
          <ac:chgData name="jyotirmay mishra" userId="ab22842debdd0526" providerId="LiveId" clId="{86336BC5-DBB0-4370-99E7-1786DECA4078}" dt="2026-02-17T11:49:51.895" v="1406" actId="1076"/>
          <ac:spMkLst>
            <pc:docMk/>
            <pc:sldMk cId="0" sldId="259"/>
            <ac:spMk id="39" creationId="{00000000-0000-0000-0000-000000000000}"/>
          </ac:spMkLst>
        </pc:spChg>
        <pc:spChg chg="mod">
          <ac:chgData name="jyotirmay mishra" userId="ab22842debdd0526" providerId="LiveId" clId="{86336BC5-DBB0-4370-99E7-1786DECA4078}" dt="2026-02-17T11:49:44.633" v="1405" actId="1076"/>
          <ac:spMkLst>
            <pc:docMk/>
            <pc:sldMk cId="0" sldId="259"/>
            <ac:spMk id="40" creationId="{00000000-0000-0000-0000-000000000000}"/>
          </ac:spMkLst>
        </pc:spChg>
      </pc:sldChg>
      <pc:sldChg chg="delSp modSp mod">
        <pc:chgData name="jyotirmay mishra" userId="ab22842debdd0526" providerId="LiveId" clId="{86336BC5-DBB0-4370-99E7-1786DECA4078}" dt="2026-02-17T11:56:28.566" v="1464" actId="1076"/>
        <pc:sldMkLst>
          <pc:docMk/>
          <pc:sldMk cId="0" sldId="260"/>
        </pc:sldMkLst>
        <pc:spChg chg="mod">
          <ac:chgData name="jyotirmay mishra" userId="ab22842debdd0526" providerId="LiveId" clId="{86336BC5-DBB0-4370-99E7-1786DECA4078}" dt="2026-02-17T11:42:53.967" v="1332" actId="1076"/>
          <ac:spMkLst>
            <pc:docMk/>
            <pc:sldMk cId="0" sldId="260"/>
            <ac:spMk id="4" creationId="{00000000-0000-0000-0000-000000000000}"/>
          </ac:spMkLst>
        </pc:spChg>
        <pc:spChg chg="mod">
          <ac:chgData name="jyotirmay mishra" userId="ab22842debdd0526" providerId="LiveId" clId="{86336BC5-DBB0-4370-99E7-1786DECA4078}" dt="2026-02-17T11:50:10.863" v="1407" actId="255"/>
          <ac:spMkLst>
            <pc:docMk/>
            <pc:sldMk cId="0" sldId="260"/>
            <ac:spMk id="11" creationId="{00000000-0000-0000-0000-000000000000}"/>
          </ac:spMkLst>
        </pc:spChg>
        <pc:spChg chg="mod">
          <ac:chgData name="jyotirmay mishra" userId="ab22842debdd0526" providerId="LiveId" clId="{86336BC5-DBB0-4370-99E7-1786DECA4078}" dt="2026-02-17T11:50:35.773" v="1408" actId="255"/>
          <ac:spMkLst>
            <pc:docMk/>
            <pc:sldMk cId="0" sldId="260"/>
            <ac:spMk id="14" creationId="{00000000-0000-0000-0000-000000000000}"/>
          </ac:spMkLst>
        </pc:spChg>
        <pc:spChg chg="mod">
          <ac:chgData name="jyotirmay mishra" userId="ab22842debdd0526" providerId="LiveId" clId="{86336BC5-DBB0-4370-99E7-1786DECA4078}" dt="2026-02-17T11:55:37.630" v="1457" actId="1076"/>
          <ac:spMkLst>
            <pc:docMk/>
            <pc:sldMk cId="0" sldId="260"/>
            <ac:spMk id="15" creationId="{00000000-0000-0000-0000-000000000000}"/>
          </ac:spMkLst>
        </pc:spChg>
        <pc:spChg chg="mod">
          <ac:chgData name="jyotirmay mishra" userId="ab22842debdd0526" providerId="LiveId" clId="{86336BC5-DBB0-4370-99E7-1786DECA4078}" dt="2026-02-17T11:50:44.329" v="1409" actId="108"/>
          <ac:spMkLst>
            <pc:docMk/>
            <pc:sldMk cId="0" sldId="260"/>
            <ac:spMk id="18" creationId="{00000000-0000-0000-0000-000000000000}"/>
          </ac:spMkLst>
        </pc:spChg>
        <pc:spChg chg="mod">
          <ac:chgData name="jyotirmay mishra" userId="ab22842debdd0526" providerId="LiveId" clId="{86336BC5-DBB0-4370-99E7-1786DECA4078}" dt="2026-02-17T11:55:48.271" v="1459" actId="1076"/>
          <ac:spMkLst>
            <pc:docMk/>
            <pc:sldMk cId="0" sldId="260"/>
            <ac:spMk id="19" creationId="{00000000-0000-0000-0000-000000000000}"/>
          </ac:spMkLst>
        </pc:spChg>
        <pc:spChg chg="mod">
          <ac:chgData name="jyotirmay mishra" userId="ab22842debdd0526" providerId="LiveId" clId="{86336BC5-DBB0-4370-99E7-1786DECA4078}" dt="2026-02-17T11:50:48.035" v="1410" actId="108"/>
          <ac:spMkLst>
            <pc:docMk/>
            <pc:sldMk cId="0" sldId="260"/>
            <ac:spMk id="22" creationId="{00000000-0000-0000-0000-000000000000}"/>
          </ac:spMkLst>
        </pc:spChg>
        <pc:spChg chg="mod">
          <ac:chgData name="jyotirmay mishra" userId="ab22842debdd0526" providerId="LiveId" clId="{86336BC5-DBB0-4370-99E7-1786DECA4078}" dt="2026-02-17T11:55:53.970" v="1460" actId="14100"/>
          <ac:spMkLst>
            <pc:docMk/>
            <pc:sldMk cId="0" sldId="260"/>
            <ac:spMk id="23" creationId="{00000000-0000-0000-0000-000000000000}"/>
          </ac:spMkLst>
        </pc:spChg>
        <pc:spChg chg="mod">
          <ac:chgData name="jyotirmay mishra" userId="ab22842debdd0526" providerId="LiveId" clId="{86336BC5-DBB0-4370-99E7-1786DECA4078}" dt="2026-02-17T11:55:23.085" v="1454" actId="1076"/>
          <ac:spMkLst>
            <pc:docMk/>
            <pc:sldMk cId="0" sldId="260"/>
            <ac:spMk id="24" creationId="{00000000-0000-0000-0000-000000000000}"/>
          </ac:spMkLst>
        </pc:spChg>
        <pc:spChg chg="mod">
          <ac:chgData name="jyotirmay mishra" userId="ab22842debdd0526" providerId="LiveId" clId="{86336BC5-DBB0-4370-99E7-1786DECA4078}" dt="2026-02-17T11:54:54.140" v="1448" actId="1076"/>
          <ac:spMkLst>
            <pc:docMk/>
            <pc:sldMk cId="0" sldId="260"/>
            <ac:spMk id="25" creationId="{00000000-0000-0000-0000-000000000000}"/>
          </ac:spMkLst>
        </pc:spChg>
        <pc:spChg chg="mod">
          <ac:chgData name="jyotirmay mishra" userId="ab22842debdd0526" providerId="LiveId" clId="{86336BC5-DBB0-4370-99E7-1786DECA4078}" dt="2026-02-17T11:54:17.825" v="1444" actId="1076"/>
          <ac:spMkLst>
            <pc:docMk/>
            <pc:sldMk cId="0" sldId="260"/>
            <ac:spMk id="26" creationId="{00000000-0000-0000-0000-000000000000}"/>
          </ac:spMkLst>
        </pc:spChg>
        <pc:spChg chg="mod">
          <ac:chgData name="jyotirmay mishra" userId="ab22842debdd0526" providerId="LiveId" clId="{86336BC5-DBB0-4370-99E7-1786DECA4078}" dt="2026-02-17T11:54:45.290" v="1447" actId="1076"/>
          <ac:spMkLst>
            <pc:docMk/>
            <pc:sldMk cId="0" sldId="260"/>
            <ac:spMk id="27" creationId="{00000000-0000-0000-0000-000000000000}"/>
          </ac:spMkLst>
        </pc:spChg>
        <pc:spChg chg="mod">
          <ac:chgData name="jyotirmay mishra" userId="ab22842debdd0526" providerId="LiveId" clId="{86336BC5-DBB0-4370-99E7-1786DECA4078}" dt="2026-02-17T11:55:03.338" v="1451" actId="1076"/>
          <ac:spMkLst>
            <pc:docMk/>
            <pc:sldMk cId="0" sldId="260"/>
            <ac:spMk id="28" creationId="{00000000-0000-0000-0000-000000000000}"/>
          </ac:spMkLst>
        </pc:spChg>
        <pc:spChg chg="mod">
          <ac:chgData name="jyotirmay mishra" userId="ab22842debdd0526" providerId="LiveId" clId="{86336BC5-DBB0-4370-99E7-1786DECA4078}" dt="2026-02-17T11:55:00.780" v="1450" actId="1076"/>
          <ac:spMkLst>
            <pc:docMk/>
            <pc:sldMk cId="0" sldId="260"/>
            <ac:spMk id="29" creationId="{00000000-0000-0000-0000-000000000000}"/>
          </ac:spMkLst>
        </pc:spChg>
        <pc:spChg chg="mod">
          <ac:chgData name="jyotirmay mishra" userId="ab22842debdd0526" providerId="LiveId" clId="{86336BC5-DBB0-4370-99E7-1786DECA4078}" dt="2026-02-17T11:54:29.711" v="1445" actId="1076"/>
          <ac:spMkLst>
            <pc:docMk/>
            <pc:sldMk cId="0" sldId="260"/>
            <ac:spMk id="30" creationId="{00000000-0000-0000-0000-000000000000}"/>
          </ac:spMkLst>
        </pc:spChg>
        <pc:spChg chg="mod">
          <ac:chgData name="jyotirmay mishra" userId="ab22842debdd0526" providerId="LiveId" clId="{86336BC5-DBB0-4370-99E7-1786DECA4078}" dt="2026-02-17T11:53:29.452" v="1438" actId="1076"/>
          <ac:spMkLst>
            <pc:docMk/>
            <pc:sldMk cId="0" sldId="260"/>
            <ac:spMk id="31" creationId="{00000000-0000-0000-0000-000000000000}"/>
          </ac:spMkLst>
        </pc:spChg>
        <pc:spChg chg="mod">
          <ac:chgData name="jyotirmay mishra" userId="ab22842debdd0526" providerId="LiveId" clId="{86336BC5-DBB0-4370-99E7-1786DECA4078}" dt="2026-02-17T11:56:28.566" v="1464" actId="1076"/>
          <ac:spMkLst>
            <pc:docMk/>
            <pc:sldMk cId="0" sldId="260"/>
            <ac:spMk id="32" creationId="{00000000-0000-0000-0000-000000000000}"/>
          </ac:spMkLst>
        </pc:spChg>
        <pc:spChg chg="mod">
          <ac:chgData name="jyotirmay mishra" userId="ab22842debdd0526" providerId="LiveId" clId="{86336BC5-DBB0-4370-99E7-1786DECA4078}" dt="2026-02-17T11:56:25.381" v="1463" actId="1076"/>
          <ac:spMkLst>
            <pc:docMk/>
            <pc:sldMk cId="0" sldId="260"/>
            <ac:spMk id="33" creationId="{00000000-0000-0000-0000-000000000000}"/>
          </ac:spMkLst>
        </pc:spChg>
        <pc:spChg chg="mod">
          <ac:chgData name="jyotirmay mishra" userId="ab22842debdd0526" providerId="LiveId" clId="{86336BC5-DBB0-4370-99E7-1786DECA4078}" dt="2026-02-17T11:56:05.020" v="1461" actId="1076"/>
          <ac:spMkLst>
            <pc:docMk/>
            <pc:sldMk cId="0" sldId="260"/>
            <ac:spMk id="34" creationId="{00000000-0000-0000-0000-000000000000}"/>
          </ac:spMkLst>
        </pc:spChg>
        <pc:spChg chg="mod">
          <ac:chgData name="jyotirmay mishra" userId="ab22842debdd0526" providerId="LiveId" clId="{86336BC5-DBB0-4370-99E7-1786DECA4078}" dt="2026-02-17T11:56:13.880" v="1462" actId="14100"/>
          <ac:spMkLst>
            <pc:docMk/>
            <pc:sldMk cId="0" sldId="260"/>
            <ac:spMk id="35" creationId="{00000000-0000-0000-0000-000000000000}"/>
          </ac:spMkLst>
        </pc:spChg>
        <pc:spChg chg="mod">
          <ac:chgData name="jyotirmay mishra" userId="ab22842debdd0526" providerId="LiveId" clId="{86336BC5-DBB0-4370-99E7-1786DECA4078}" dt="2026-02-17T10:08:52.898" v="786" actId="108"/>
          <ac:spMkLst>
            <pc:docMk/>
            <pc:sldMk cId="0" sldId="260"/>
            <ac:spMk id="39" creationId="{00000000-0000-0000-0000-000000000000}"/>
          </ac:spMkLst>
        </pc:spChg>
        <pc:spChg chg="mod">
          <ac:chgData name="jyotirmay mishra" userId="ab22842debdd0526" providerId="LiveId" clId="{86336BC5-DBB0-4370-99E7-1786DECA4078}" dt="2026-02-17T10:09:57.804" v="792" actId="255"/>
          <ac:spMkLst>
            <pc:docMk/>
            <pc:sldMk cId="0" sldId="260"/>
            <ac:spMk id="43" creationId="{00000000-0000-0000-0000-000000000000}"/>
          </ac:spMkLst>
        </pc:spChg>
        <pc:spChg chg="mod">
          <ac:chgData name="jyotirmay mishra" userId="ab22842debdd0526" providerId="LiveId" clId="{86336BC5-DBB0-4370-99E7-1786DECA4078}" dt="2026-02-17T10:09:33.974" v="790" actId="1076"/>
          <ac:spMkLst>
            <pc:docMk/>
            <pc:sldMk cId="0" sldId="260"/>
            <ac:spMk id="47" creationId="{00000000-0000-0000-0000-000000000000}"/>
          </ac:spMkLst>
        </pc:spChg>
      </pc:sldChg>
      <pc:sldChg chg="addSp delSp modSp mod">
        <pc:chgData name="jyotirmay mishra" userId="ab22842debdd0526" providerId="LiveId" clId="{86336BC5-DBB0-4370-99E7-1786DECA4078}" dt="2026-02-17T11:59:13.931" v="1488" actId="1076"/>
        <pc:sldMkLst>
          <pc:docMk/>
          <pc:sldMk cId="0" sldId="261"/>
        </pc:sldMkLst>
        <pc:spChg chg="mod">
          <ac:chgData name="jyotirmay mishra" userId="ab22842debdd0526" providerId="LiveId" clId="{86336BC5-DBB0-4370-99E7-1786DECA4078}" dt="2026-02-17T10:24:19.061" v="848" actId="14100"/>
          <ac:spMkLst>
            <pc:docMk/>
            <pc:sldMk cId="0" sldId="261"/>
            <ac:spMk id="5" creationId="{00000000-0000-0000-0000-000000000000}"/>
          </ac:spMkLst>
        </pc:spChg>
        <pc:spChg chg="mod">
          <ac:chgData name="jyotirmay mishra" userId="ab22842debdd0526" providerId="LiveId" clId="{86336BC5-DBB0-4370-99E7-1786DECA4078}" dt="2026-02-17T11:56:57.796" v="1465" actId="255"/>
          <ac:spMkLst>
            <pc:docMk/>
            <pc:sldMk cId="0" sldId="261"/>
            <ac:spMk id="10" creationId="{00000000-0000-0000-0000-000000000000}"/>
          </ac:spMkLst>
        </pc:spChg>
        <pc:spChg chg="mod">
          <ac:chgData name="jyotirmay mishra" userId="ab22842debdd0526" providerId="LiveId" clId="{86336BC5-DBB0-4370-99E7-1786DECA4078}" dt="2026-02-17T11:57:05.286" v="1466" actId="255"/>
          <ac:spMkLst>
            <pc:docMk/>
            <pc:sldMk cId="0" sldId="261"/>
            <ac:spMk id="13" creationId="{00000000-0000-0000-0000-000000000000}"/>
          </ac:spMkLst>
        </pc:spChg>
        <pc:spChg chg="mod">
          <ac:chgData name="jyotirmay mishra" userId="ab22842debdd0526" providerId="LiveId" clId="{86336BC5-DBB0-4370-99E7-1786DECA4078}" dt="2026-02-17T09:53:35.715" v="713" actId="108"/>
          <ac:spMkLst>
            <pc:docMk/>
            <pc:sldMk cId="0" sldId="261"/>
            <ac:spMk id="14" creationId="{00000000-0000-0000-0000-000000000000}"/>
          </ac:spMkLst>
        </pc:spChg>
        <pc:spChg chg="mod">
          <ac:chgData name="jyotirmay mishra" userId="ab22842debdd0526" providerId="LiveId" clId="{86336BC5-DBB0-4370-99E7-1786DECA4078}" dt="2026-02-17T09:53:39.747" v="714" actId="108"/>
          <ac:spMkLst>
            <pc:docMk/>
            <pc:sldMk cId="0" sldId="261"/>
            <ac:spMk id="15" creationId="{00000000-0000-0000-0000-000000000000}"/>
          </ac:spMkLst>
        </pc:spChg>
        <pc:spChg chg="mod">
          <ac:chgData name="jyotirmay mishra" userId="ab22842debdd0526" providerId="LiveId" clId="{86336BC5-DBB0-4370-99E7-1786DECA4078}" dt="2026-02-17T09:49:46.579" v="679" actId="1076"/>
          <ac:spMkLst>
            <pc:docMk/>
            <pc:sldMk cId="0" sldId="261"/>
            <ac:spMk id="16" creationId="{00000000-0000-0000-0000-000000000000}"/>
          </ac:spMkLst>
        </pc:spChg>
        <pc:spChg chg="mod">
          <ac:chgData name="jyotirmay mishra" userId="ab22842debdd0526" providerId="LiveId" clId="{86336BC5-DBB0-4370-99E7-1786DECA4078}" dt="2026-02-17T11:57:11.581" v="1467" actId="108"/>
          <ac:spMkLst>
            <pc:docMk/>
            <pc:sldMk cId="0" sldId="261"/>
            <ac:spMk id="18" creationId="{00000000-0000-0000-0000-000000000000}"/>
          </ac:spMkLst>
        </pc:spChg>
        <pc:spChg chg="mod">
          <ac:chgData name="jyotirmay mishra" userId="ab22842debdd0526" providerId="LiveId" clId="{86336BC5-DBB0-4370-99E7-1786DECA4078}" dt="2026-02-17T09:49:42.123" v="678" actId="108"/>
          <ac:spMkLst>
            <pc:docMk/>
            <pc:sldMk cId="0" sldId="261"/>
            <ac:spMk id="20" creationId="{00000000-0000-0000-0000-000000000000}"/>
          </ac:spMkLst>
        </pc:spChg>
        <pc:spChg chg="mod">
          <ac:chgData name="jyotirmay mishra" userId="ab22842debdd0526" providerId="LiveId" clId="{86336BC5-DBB0-4370-99E7-1786DECA4078}" dt="2026-02-17T11:57:14.473" v="1468" actId="108"/>
          <ac:spMkLst>
            <pc:docMk/>
            <pc:sldMk cId="0" sldId="261"/>
            <ac:spMk id="23" creationId="{00000000-0000-0000-0000-000000000000}"/>
          </ac:spMkLst>
        </pc:spChg>
        <pc:spChg chg="mod">
          <ac:chgData name="jyotirmay mishra" userId="ab22842debdd0526" providerId="LiveId" clId="{86336BC5-DBB0-4370-99E7-1786DECA4078}" dt="2026-02-17T09:49:52.601" v="681" actId="108"/>
          <ac:spMkLst>
            <pc:docMk/>
            <pc:sldMk cId="0" sldId="261"/>
            <ac:spMk id="24" creationId="{00000000-0000-0000-0000-000000000000}"/>
          </ac:spMkLst>
        </pc:spChg>
        <pc:spChg chg="mod">
          <ac:chgData name="jyotirmay mishra" userId="ab22842debdd0526" providerId="LiveId" clId="{86336BC5-DBB0-4370-99E7-1786DECA4078}" dt="2026-02-17T09:49:55.964" v="682" actId="108"/>
          <ac:spMkLst>
            <pc:docMk/>
            <pc:sldMk cId="0" sldId="261"/>
            <ac:spMk id="25" creationId="{00000000-0000-0000-0000-000000000000}"/>
          </ac:spMkLst>
        </pc:spChg>
        <pc:spChg chg="mod">
          <ac:chgData name="jyotirmay mishra" userId="ab22842debdd0526" providerId="LiveId" clId="{86336BC5-DBB0-4370-99E7-1786DECA4078}" dt="2026-02-17T09:52:33.145" v="709" actId="1076"/>
          <ac:spMkLst>
            <pc:docMk/>
            <pc:sldMk cId="0" sldId="261"/>
            <ac:spMk id="26" creationId="{00000000-0000-0000-0000-000000000000}"/>
          </ac:spMkLst>
        </pc:spChg>
        <pc:spChg chg="mod">
          <ac:chgData name="jyotirmay mishra" userId="ab22842debdd0526" providerId="LiveId" clId="{86336BC5-DBB0-4370-99E7-1786DECA4078}" dt="2026-02-17T11:57:17.509" v="1469" actId="108"/>
          <ac:spMkLst>
            <pc:docMk/>
            <pc:sldMk cId="0" sldId="261"/>
            <ac:spMk id="28" creationId="{00000000-0000-0000-0000-000000000000}"/>
          </ac:spMkLst>
        </pc:spChg>
        <pc:spChg chg="mod">
          <ac:chgData name="jyotirmay mishra" userId="ab22842debdd0526" providerId="LiveId" clId="{86336BC5-DBB0-4370-99E7-1786DECA4078}" dt="2026-02-17T11:22:52.133" v="1218" actId="20577"/>
          <ac:spMkLst>
            <pc:docMk/>
            <pc:sldMk cId="0" sldId="261"/>
            <ac:spMk id="29" creationId="{00000000-0000-0000-0000-000000000000}"/>
          </ac:spMkLst>
        </pc:spChg>
        <pc:spChg chg="mod">
          <ac:chgData name="jyotirmay mishra" userId="ab22842debdd0526" providerId="LiveId" clId="{86336BC5-DBB0-4370-99E7-1786DECA4078}" dt="2026-02-17T09:50:22.211" v="687" actId="108"/>
          <ac:spMkLst>
            <pc:docMk/>
            <pc:sldMk cId="0" sldId="261"/>
            <ac:spMk id="30" creationId="{00000000-0000-0000-0000-000000000000}"/>
          </ac:spMkLst>
        </pc:spChg>
        <pc:spChg chg="mod">
          <ac:chgData name="jyotirmay mishra" userId="ab22842debdd0526" providerId="LiveId" clId="{86336BC5-DBB0-4370-99E7-1786DECA4078}" dt="2026-02-17T11:58:58.645" v="1486" actId="1076"/>
          <ac:spMkLst>
            <pc:docMk/>
            <pc:sldMk cId="0" sldId="261"/>
            <ac:spMk id="31" creationId="{00000000-0000-0000-0000-000000000000}"/>
          </ac:spMkLst>
        </pc:spChg>
        <pc:spChg chg="mod">
          <ac:chgData name="jyotirmay mishra" userId="ab22842debdd0526" providerId="LiveId" clId="{86336BC5-DBB0-4370-99E7-1786DECA4078}" dt="2026-02-17T09:54:34.699" v="724" actId="1076"/>
          <ac:spMkLst>
            <pc:docMk/>
            <pc:sldMk cId="0" sldId="261"/>
            <ac:spMk id="32" creationId="{00000000-0000-0000-0000-000000000000}"/>
          </ac:spMkLst>
        </pc:spChg>
        <pc:spChg chg="mod">
          <ac:chgData name="jyotirmay mishra" userId="ab22842debdd0526" providerId="LiveId" clId="{86336BC5-DBB0-4370-99E7-1786DECA4078}" dt="2026-02-17T11:58:27.059" v="1482" actId="255"/>
          <ac:spMkLst>
            <pc:docMk/>
            <pc:sldMk cId="0" sldId="261"/>
            <ac:spMk id="33" creationId="{00000000-0000-0000-0000-000000000000}"/>
          </ac:spMkLst>
        </pc:spChg>
        <pc:spChg chg="mod">
          <ac:chgData name="jyotirmay mishra" userId="ab22842debdd0526" providerId="LiveId" clId="{86336BC5-DBB0-4370-99E7-1786DECA4078}" dt="2026-02-17T09:55:05.960" v="727" actId="1076"/>
          <ac:spMkLst>
            <pc:docMk/>
            <pc:sldMk cId="0" sldId="261"/>
            <ac:spMk id="34" creationId="{00000000-0000-0000-0000-000000000000}"/>
          </ac:spMkLst>
        </pc:spChg>
        <pc:spChg chg="mod">
          <ac:chgData name="jyotirmay mishra" userId="ab22842debdd0526" providerId="LiveId" clId="{86336BC5-DBB0-4370-99E7-1786DECA4078}" dt="2026-02-17T11:58:54.450" v="1484" actId="1076"/>
          <ac:spMkLst>
            <pc:docMk/>
            <pc:sldMk cId="0" sldId="261"/>
            <ac:spMk id="35" creationId="{00000000-0000-0000-0000-000000000000}"/>
          </ac:spMkLst>
        </pc:spChg>
        <pc:spChg chg="mod">
          <ac:chgData name="jyotirmay mishra" userId="ab22842debdd0526" providerId="LiveId" clId="{86336BC5-DBB0-4370-99E7-1786DECA4078}" dt="2026-02-17T11:59:03.743" v="1487" actId="1076"/>
          <ac:spMkLst>
            <pc:docMk/>
            <pc:sldMk cId="0" sldId="261"/>
            <ac:spMk id="36" creationId="{00000000-0000-0000-0000-000000000000}"/>
          </ac:spMkLst>
        </pc:spChg>
        <pc:spChg chg="mod">
          <ac:chgData name="jyotirmay mishra" userId="ab22842debdd0526" providerId="LiveId" clId="{86336BC5-DBB0-4370-99E7-1786DECA4078}" dt="2026-02-17T11:59:13.931" v="1488" actId="1076"/>
          <ac:spMkLst>
            <pc:docMk/>
            <pc:sldMk cId="0" sldId="261"/>
            <ac:spMk id="37" creationId="{00000000-0000-0000-0000-000000000000}"/>
          </ac:spMkLst>
        </pc:spChg>
        <pc:spChg chg="mod">
          <ac:chgData name="jyotirmay mishra" userId="ab22842debdd0526" providerId="LiveId" clId="{86336BC5-DBB0-4370-99E7-1786DECA4078}" dt="2026-02-17T09:47:14.817" v="651" actId="1076"/>
          <ac:spMkLst>
            <pc:docMk/>
            <pc:sldMk cId="0" sldId="261"/>
            <ac:spMk id="39" creationId="{00000000-0000-0000-0000-000000000000}"/>
          </ac:spMkLst>
        </pc:spChg>
        <pc:spChg chg="mod">
          <ac:chgData name="jyotirmay mishra" userId="ab22842debdd0526" providerId="LiveId" clId="{86336BC5-DBB0-4370-99E7-1786DECA4078}" dt="2026-02-17T11:57:31.076" v="1473" actId="108"/>
          <ac:spMkLst>
            <pc:docMk/>
            <pc:sldMk cId="0" sldId="261"/>
            <ac:spMk id="40" creationId="{00000000-0000-0000-0000-000000000000}"/>
          </ac:spMkLst>
        </pc:spChg>
        <pc:spChg chg="mod">
          <ac:chgData name="jyotirmay mishra" userId="ab22842debdd0526" providerId="LiveId" clId="{86336BC5-DBB0-4370-99E7-1786DECA4078}" dt="2026-02-17T11:58:06.738" v="1481" actId="1076"/>
          <ac:spMkLst>
            <pc:docMk/>
            <pc:sldMk cId="0" sldId="261"/>
            <ac:spMk id="41" creationId="{00000000-0000-0000-0000-000000000000}"/>
          </ac:spMkLst>
        </pc:spChg>
        <pc:spChg chg="mod">
          <ac:chgData name="jyotirmay mishra" userId="ab22842debdd0526" providerId="LiveId" clId="{86336BC5-DBB0-4370-99E7-1786DECA4078}" dt="2026-02-17T09:50:45.643" v="688" actId="1076"/>
          <ac:spMkLst>
            <pc:docMk/>
            <pc:sldMk cId="0" sldId="261"/>
            <ac:spMk id="43" creationId="{00000000-0000-0000-0000-000000000000}"/>
          </ac:spMkLst>
        </pc:spChg>
        <pc:spChg chg="mod">
          <ac:chgData name="jyotirmay mishra" userId="ab22842debdd0526" providerId="LiveId" clId="{86336BC5-DBB0-4370-99E7-1786DECA4078}" dt="2026-02-17T11:57:21.680" v="1470" actId="108"/>
          <ac:spMkLst>
            <pc:docMk/>
            <pc:sldMk cId="0" sldId="261"/>
            <ac:spMk id="44" creationId="{00000000-0000-0000-0000-000000000000}"/>
          </ac:spMkLst>
        </pc:spChg>
        <pc:spChg chg="mod">
          <ac:chgData name="jyotirmay mishra" userId="ab22842debdd0526" providerId="LiveId" clId="{86336BC5-DBB0-4370-99E7-1786DECA4078}" dt="2026-02-17T09:49:22.639" v="675" actId="108"/>
          <ac:spMkLst>
            <pc:docMk/>
            <pc:sldMk cId="0" sldId="261"/>
            <ac:spMk id="45" creationId="{00000000-0000-0000-0000-000000000000}"/>
          </ac:spMkLst>
        </pc:spChg>
        <pc:spChg chg="mod">
          <ac:chgData name="jyotirmay mishra" userId="ab22842debdd0526" providerId="LiveId" clId="{86336BC5-DBB0-4370-99E7-1786DECA4078}" dt="2026-02-17T11:23:43.181" v="1224" actId="1076"/>
          <ac:spMkLst>
            <pc:docMk/>
            <pc:sldMk cId="0" sldId="261"/>
            <ac:spMk id="46" creationId="{00000000-0000-0000-0000-000000000000}"/>
          </ac:spMkLst>
        </pc:spChg>
        <pc:spChg chg="mod">
          <ac:chgData name="jyotirmay mishra" userId="ab22842debdd0526" providerId="LiveId" clId="{86336BC5-DBB0-4370-99E7-1786DECA4078}" dt="2026-02-17T11:23:54.804" v="1226" actId="1076"/>
          <ac:spMkLst>
            <pc:docMk/>
            <pc:sldMk cId="0" sldId="261"/>
            <ac:spMk id="48" creationId="{00000000-0000-0000-0000-000000000000}"/>
          </ac:spMkLst>
        </pc:spChg>
        <pc:spChg chg="mod">
          <ac:chgData name="jyotirmay mishra" userId="ab22842debdd0526" providerId="LiveId" clId="{86336BC5-DBB0-4370-99E7-1786DECA4078}" dt="2026-02-17T11:57:36.298" v="1474" actId="108"/>
          <ac:spMkLst>
            <pc:docMk/>
            <pc:sldMk cId="0" sldId="261"/>
            <ac:spMk id="49" creationId="{00000000-0000-0000-0000-000000000000}"/>
          </ac:spMkLst>
        </pc:spChg>
        <pc:spChg chg="mod">
          <ac:chgData name="jyotirmay mishra" userId="ab22842debdd0526" providerId="LiveId" clId="{86336BC5-DBB0-4370-99E7-1786DECA4078}" dt="2026-02-17T11:24:00.523" v="1227" actId="1076"/>
          <ac:spMkLst>
            <pc:docMk/>
            <pc:sldMk cId="0" sldId="261"/>
            <ac:spMk id="50" creationId="{00000000-0000-0000-0000-000000000000}"/>
          </ac:spMkLst>
        </pc:spChg>
      </pc:sldChg>
      <pc:sldChg chg="addSp delSp modSp add del mod">
        <pc:chgData name="jyotirmay mishra" userId="ab22842debdd0526" providerId="LiveId" clId="{86336BC5-DBB0-4370-99E7-1786DECA4078}" dt="2026-02-17T11:40:29.290" v="1316" actId="478"/>
        <pc:sldMkLst>
          <pc:docMk/>
          <pc:sldMk cId="0" sldId="264"/>
        </pc:sldMkLst>
        <pc:spChg chg="mod">
          <ac:chgData name="jyotirmay mishra" userId="ab22842debdd0526" providerId="LiveId" clId="{86336BC5-DBB0-4370-99E7-1786DECA4078}" dt="2026-02-09T16:44:35.730" v="311" actId="20577"/>
          <ac:spMkLst>
            <pc:docMk/>
            <pc:sldMk cId="0" sldId="264"/>
            <ac:spMk id="4" creationId="{00000000-0000-0000-0000-000000000000}"/>
          </ac:spMkLst>
        </pc:spChg>
        <pc:spChg chg="mod">
          <ac:chgData name="jyotirmay mishra" userId="ab22842debdd0526" providerId="LiveId" clId="{86336BC5-DBB0-4370-99E7-1786DECA4078}" dt="2026-02-17T11:28:26.960" v="1249" actId="108"/>
          <ac:spMkLst>
            <pc:docMk/>
            <pc:sldMk cId="0" sldId="264"/>
            <ac:spMk id="17" creationId="{00000000-0000-0000-0000-000000000000}"/>
          </ac:spMkLst>
        </pc:spChg>
        <pc:spChg chg="mod">
          <ac:chgData name="jyotirmay mishra" userId="ab22842debdd0526" providerId="LiveId" clId="{86336BC5-DBB0-4370-99E7-1786DECA4078}" dt="2026-02-17T11:30:11.550" v="1260" actId="108"/>
          <ac:spMkLst>
            <pc:docMk/>
            <pc:sldMk cId="0" sldId="264"/>
            <ac:spMk id="18" creationId="{00000000-0000-0000-0000-000000000000}"/>
          </ac:spMkLst>
        </pc:spChg>
        <pc:spChg chg="mod">
          <ac:chgData name="jyotirmay mishra" userId="ab22842debdd0526" providerId="LiveId" clId="{86336BC5-DBB0-4370-99E7-1786DECA4078}" dt="2026-02-17T11:28:33.740" v="1251" actId="108"/>
          <ac:spMkLst>
            <pc:docMk/>
            <pc:sldMk cId="0" sldId="264"/>
            <ac:spMk id="21" creationId="{00000000-0000-0000-0000-000000000000}"/>
          </ac:spMkLst>
        </pc:spChg>
        <pc:spChg chg="mod">
          <ac:chgData name="jyotirmay mishra" userId="ab22842debdd0526" providerId="LiveId" clId="{86336BC5-DBB0-4370-99E7-1786DECA4078}" dt="2026-02-17T11:30:16.020" v="1261" actId="108"/>
          <ac:spMkLst>
            <pc:docMk/>
            <pc:sldMk cId="0" sldId="264"/>
            <ac:spMk id="22" creationId="{00000000-0000-0000-0000-000000000000}"/>
          </ac:spMkLst>
        </pc:spChg>
        <pc:spChg chg="mod">
          <ac:chgData name="jyotirmay mishra" userId="ab22842debdd0526" providerId="LiveId" clId="{86336BC5-DBB0-4370-99E7-1786DECA4078}" dt="2026-02-17T11:28:36.612" v="1252" actId="108"/>
          <ac:spMkLst>
            <pc:docMk/>
            <pc:sldMk cId="0" sldId="264"/>
            <ac:spMk id="25" creationId="{00000000-0000-0000-0000-000000000000}"/>
          </ac:spMkLst>
        </pc:spChg>
        <pc:spChg chg="mod">
          <ac:chgData name="jyotirmay mishra" userId="ab22842debdd0526" providerId="LiveId" clId="{86336BC5-DBB0-4370-99E7-1786DECA4078}" dt="2026-02-17T11:30:18.501" v="1262" actId="108"/>
          <ac:spMkLst>
            <pc:docMk/>
            <pc:sldMk cId="0" sldId="264"/>
            <ac:spMk id="26" creationId="{00000000-0000-0000-0000-000000000000}"/>
          </ac:spMkLst>
        </pc:spChg>
        <pc:spChg chg="mod">
          <ac:chgData name="jyotirmay mishra" userId="ab22842debdd0526" providerId="LiveId" clId="{86336BC5-DBB0-4370-99E7-1786DECA4078}" dt="2026-02-17T11:40:02.442" v="1313" actId="255"/>
          <ac:spMkLst>
            <pc:docMk/>
            <pc:sldMk cId="0" sldId="264"/>
            <ac:spMk id="30" creationId="{00000000-0000-0000-0000-000000000000}"/>
          </ac:spMkLst>
        </pc:spChg>
      </pc:sldChg>
      <pc:sldChg chg="addSp delSp modSp add del mod">
        <pc:chgData name="jyotirmay mishra" userId="ab22842debdd0526" providerId="LiveId" clId="{86336BC5-DBB0-4370-99E7-1786DECA4078}" dt="2026-02-17T12:34:15.930" v="1797" actId="20577"/>
        <pc:sldMkLst>
          <pc:docMk/>
          <pc:sldMk cId="0" sldId="265"/>
        </pc:sldMkLst>
        <pc:spChg chg="mod">
          <ac:chgData name="jyotirmay mishra" userId="ab22842debdd0526" providerId="LiveId" clId="{86336BC5-DBB0-4370-99E7-1786DECA4078}" dt="2026-02-09T16:44:43.798" v="321" actId="20577"/>
          <ac:spMkLst>
            <pc:docMk/>
            <pc:sldMk cId="0" sldId="265"/>
            <ac:spMk id="4" creationId="{00000000-0000-0000-0000-000000000000}"/>
          </ac:spMkLst>
        </pc:spChg>
        <pc:spChg chg="mod">
          <ac:chgData name="jyotirmay mishra" userId="ab22842debdd0526" providerId="LiveId" clId="{86336BC5-DBB0-4370-99E7-1786DECA4078}" dt="2026-02-17T11:32:52.149" v="1280" actId="108"/>
          <ac:spMkLst>
            <pc:docMk/>
            <pc:sldMk cId="0" sldId="265"/>
            <ac:spMk id="16" creationId="{00000000-0000-0000-0000-000000000000}"/>
          </ac:spMkLst>
        </pc:spChg>
        <pc:spChg chg="mod">
          <ac:chgData name="jyotirmay mishra" userId="ab22842debdd0526" providerId="LiveId" clId="{86336BC5-DBB0-4370-99E7-1786DECA4078}" dt="2026-02-17T12:33:11.872" v="1785" actId="20577"/>
          <ac:spMkLst>
            <pc:docMk/>
            <pc:sldMk cId="0" sldId="265"/>
            <ac:spMk id="17" creationId="{00000000-0000-0000-0000-000000000000}"/>
          </ac:spMkLst>
        </pc:spChg>
        <pc:spChg chg="mod">
          <ac:chgData name="jyotirmay mishra" userId="ab22842debdd0526" providerId="LiveId" clId="{86336BC5-DBB0-4370-99E7-1786DECA4078}" dt="2026-02-17T11:32:26.219" v="1279" actId="255"/>
          <ac:spMkLst>
            <pc:docMk/>
            <pc:sldMk cId="0" sldId="265"/>
            <ac:spMk id="18" creationId="{00000000-0000-0000-0000-000000000000}"/>
          </ac:spMkLst>
        </pc:spChg>
        <pc:spChg chg="mod">
          <ac:chgData name="jyotirmay mishra" userId="ab22842debdd0526" providerId="LiveId" clId="{86336BC5-DBB0-4370-99E7-1786DECA4078}" dt="2026-02-17T11:33:01.707" v="1283" actId="108"/>
          <ac:spMkLst>
            <pc:docMk/>
            <pc:sldMk cId="0" sldId="265"/>
            <ac:spMk id="20" creationId="{00000000-0000-0000-0000-000000000000}"/>
          </ac:spMkLst>
        </pc:spChg>
        <pc:spChg chg="mod">
          <ac:chgData name="jyotirmay mishra" userId="ab22842debdd0526" providerId="LiveId" clId="{86336BC5-DBB0-4370-99E7-1786DECA4078}" dt="2026-02-17T12:34:15.930" v="1797" actId="20577"/>
          <ac:spMkLst>
            <pc:docMk/>
            <pc:sldMk cId="0" sldId="265"/>
            <ac:spMk id="21" creationId="{00000000-0000-0000-0000-000000000000}"/>
          </ac:spMkLst>
        </pc:spChg>
        <pc:spChg chg="mod">
          <ac:chgData name="jyotirmay mishra" userId="ab22842debdd0526" providerId="LiveId" clId="{86336BC5-DBB0-4370-99E7-1786DECA4078}" dt="2026-02-17T11:32:19.875" v="1278" actId="255"/>
          <ac:spMkLst>
            <pc:docMk/>
            <pc:sldMk cId="0" sldId="265"/>
            <ac:spMk id="22" creationId="{00000000-0000-0000-0000-000000000000}"/>
          </ac:spMkLst>
        </pc:spChg>
        <pc:spChg chg="mod">
          <ac:chgData name="jyotirmay mishra" userId="ab22842debdd0526" providerId="LiveId" clId="{86336BC5-DBB0-4370-99E7-1786DECA4078}" dt="2026-02-17T11:32:55.762" v="1281" actId="108"/>
          <ac:spMkLst>
            <pc:docMk/>
            <pc:sldMk cId="0" sldId="265"/>
            <ac:spMk id="24" creationId="{00000000-0000-0000-0000-000000000000}"/>
          </ac:spMkLst>
        </pc:spChg>
        <pc:spChg chg="mod">
          <ac:chgData name="jyotirmay mishra" userId="ab22842debdd0526" providerId="LiveId" clId="{86336BC5-DBB0-4370-99E7-1786DECA4078}" dt="2026-02-17T12:31:08.592" v="1749"/>
          <ac:spMkLst>
            <pc:docMk/>
            <pc:sldMk cId="0" sldId="265"/>
            <ac:spMk id="25" creationId="{00000000-0000-0000-0000-000000000000}"/>
          </ac:spMkLst>
        </pc:spChg>
        <pc:spChg chg="mod">
          <ac:chgData name="jyotirmay mishra" userId="ab22842debdd0526" providerId="LiveId" clId="{86336BC5-DBB0-4370-99E7-1786DECA4078}" dt="2026-02-17T11:31:58.567" v="1275" actId="255"/>
          <ac:spMkLst>
            <pc:docMk/>
            <pc:sldMk cId="0" sldId="265"/>
            <ac:spMk id="26" creationId="{00000000-0000-0000-0000-000000000000}"/>
          </ac:spMkLst>
        </pc:spChg>
        <pc:spChg chg="mod">
          <ac:chgData name="jyotirmay mishra" userId="ab22842debdd0526" providerId="LiveId" clId="{86336BC5-DBB0-4370-99E7-1786DECA4078}" dt="2026-02-17T11:37:09.704" v="1298" actId="1076"/>
          <ac:spMkLst>
            <pc:docMk/>
            <pc:sldMk cId="0" sldId="265"/>
            <ac:spMk id="27" creationId="{00000000-0000-0000-0000-000000000000}"/>
          </ac:spMkLst>
        </pc:spChg>
        <pc:spChg chg="add del">
          <ac:chgData name="jyotirmay mishra" userId="ab22842debdd0526" providerId="LiveId" clId="{86336BC5-DBB0-4370-99E7-1786DECA4078}" dt="2026-02-17T11:37:04.039" v="1297" actId="478"/>
          <ac:spMkLst>
            <pc:docMk/>
            <pc:sldMk cId="0" sldId="265"/>
            <ac:spMk id="28" creationId="{00000000-0000-0000-0000-000000000000}"/>
          </ac:spMkLst>
        </pc:spChg>
        <pc:spChg chg="mod">
          <ac:chgData name="jyotirmay mishra" userId="ab22842debdd0526" providerId="LiveId" clId="{86336BC5-DBB0-4370-99E7-1786DECA4078}" dt="2026-02-17T11:38:40.558" v="1305" actId="255"/>
          <ac:spMkLst>
            <pc:docMk/>
            <pc:sldMk cId="0" sldId="265"/>
            <ac:spMk id="30" creationId="{00000000-0000-0000-0000-000000000000}"/>
          </ac:spMkLst>
        </pc:spChg>
        <pc:picChg chg="add mod">
          <ac:chgData name="jyotirmay mishra" userId="ab22842debdd0526" providerId="LiveId" clId="{86336BC5-DBB0-4370-99E7-1786DECA4078}" dt="2026-02-17T11:39:17.518" v="1308" actId="14100"/>
          <ac:picMkLst>
            <pc:docMk/>
            <pc:sldMk cId="0" sldId="265"/>
            <ac:picMk id="34" creationId="{464A614A-6278-5C6D-68D0-E631979B574D}"/>
          </ac:picMkLst>
        </pc:picChg>
      </pc:sldChg>
      <pc:sldChg chg="addSp delSp modSp mod">
        <pc:chgData name="jyotirmay mishra" userId="ab22842debdd0526" providerId="LiveId" clId="{86336BC5-DBB0-4370-99E7-1786DECA4078}" dt="2026-02-17T12:18:50.038" v="1661" actId="1076"/>
        <pc:sldMkLst>
          <pc:docMk/>
          <pc:sldMk cId="0" sldId="266"/>
        </pc:sldMkLst>
        <pc:spChg chg="mod">
          <ac:chgData name="jyotirmay mishra" userId="ab22842debdd0526" providerId="LiveId" clId="{86336BC5-DBB0-4370-99E7-1786DECA4078}" dt="2026-02-09T16:44:50.188" v="329" actId="20577"/>
          <ac:spMkLst>
            <pc:docMk/>
            <pc:sldMk cId="0" sldId="266"/>
            <ac:spMk id="4" creationId="{00000000-0000-0000-0000-000000000000}"/>
          </ac:spMkLst>
        </pc:spChg>
        <pc:spChg chg="mod">
          <ac:chgData name="jyotirmay mishra" userId="ab22842debdd0526" providerId="LiveId" clId="{86336BC5-DBB0-4370-99E7-1786DECA4078}" dt="2026-02-17T12:18:50.038" v="1661" actId="1076"/>
          <ac:spMkLst>
            <pc:docMk/>
            <pc:sldMk cId="0" sldId="266"/>
            <ac:spMk id="13" creationId="{00000000-0000-0000-0000-000000000000}"/>
          </ac:spMkLst>
        </pc:spChg>
        <pc:spChg chg="mod">
          <ac:chgData name="jyotirmay mishra" userId="ab22842debdd0526" providerId="LiveId" clId="{86336BC5-DBB0-4370-99E7-1786DECA4078}" dt="2026-02-17T12:18:42.291" v="1659" actId="1076"/>
          <ac:spMkLst>
            <pc:docMk/>
            <pc:sldMk cId="0" sldId="266"/>
            <ac:spMk id="14" creationId="{00000000-0000-0000-0000-000000000000}"/>
          </ac:spMkLst>
        </pc:spChg>
        <pc:spChg chg="mod">
          <ac:chgData name="jyotirmay mishra" userId="ab22842debdd0526" providerId="LiveId" clId="{86336BC5-DBB0-4370-99E7-1786DECA4078}" dt="2026-02-17T12:17:28.858" v="1651" actId="1076"/>
          <ac:spMkLst>
            <pc:docMk/>
            <pc:sldMk cId="0" sldId="266"/>
            <ac:spMk id="17" creationId="{00000000-0000-0000-0000-000000000000}"/>
          </ac:spMkLst>
        </pc:spChg>
        <pc:spChg chg="mod">
          <ac:chgData name="jyotirmay mishra" userId="ab22842debdd0526" providerId="LiveId" clId="{86336BC5-DBB0-4370-99E7-1786DECA4078}" dt="2026-02-17T12:17:33.228" v="1652" actId="1076"/>
          <ac:spMkLst>
            <pc:docMk/>
            <pc:sldMk cId="0" sldId="266"/>
            <ac:spMk id="18" creationId="{00000000-0000-0000-0000-000000000000}"/>
          </ac:spMkLst>
        </pc:spChg>
        <pc:spChg chg="mod">
          <ac:chgData name="jyotirmay mishra" userId="ab22842debdd0526" providerId="LiveId" clId="{86336BC5-DBB0-4370-99E7-1786DECA4078}" dt="2026-02-17T12:13:30.130" v="1582" actId="1076"/>
          <ac:spMkLst>
            <pc:docMk/>
            <pc:sldMk cId="0" sldId="266"/>
            <ac:spMk id="21" creationId="{00000000-0000-0000-0000-000000000000}"/>
          </ac:spMkLst>
        </pc:spChg>
        <pc:spChg chg="mod">
          <ac:chgData name="jyotirmay mishra" userId="ab22842debdd0526" providerId="LiveId" clId="{86336BC5-DBB0-4370-99E7-1786DECA4078}" dt="2026-02-17T12:15:19.955" v="1631" actId="20577"/>
          <ac:spMkLst>
            <pc:docMk/>
            <pc:sldMk cId="0" sldId="266"/>
            <ac:spMk id="22" creationId="{00000000-0000-0000-0000-000000000000}"/>
          </ac:spMkLst>
        </pc:spChg>
        <pc:spChg chg="mod">
          <ac:chgData name="jyotirmay mishra" userId="ab22842debdd0526" providerId="LiveId" clId="{86336BC5-DBB0-4370-99E7-1786DECA4078}" dt="2026-02-17T12:12:46.566" v="1577" actId="1076"/>
          <ac:spMkLst>
            <pc:docMk/>
            <pc:sldMk cId="0" sldId="266"/>
            <ac:spMk id="25" creationId="{00000000-0000-0000-0000-000000000000}"/>
          </ac:spMkLst>
        </pc:spChg>
        <pc:spChg chg="mod">
          <ac:chgData name="jyotirmay mishra" userId="ab22842debdd0526" providerId="LiveId" clId="{86336BC5-DBB0-4370-99E7-1786DECA4078}" dt="2026-02-17T12:17:00.457" v="1650" actId="20577"/>
          <ac:spMkLst>
            <pc:docMk/>
            <pc:sldMk cId="0" sldId="266"/>
            <ac:spMk id="26" creationId="{00000000-0000-0000-0000-000000000000}"/>
          </ac:spMkLst>
        </pc:spChg>
        <pc:spChg chg="add mod">
          <ac:chgData name="jyotirmay mishra" userId="ab22842debdd0526" providerId="LiveId" clId="{86336BC5-DBB0-4370-99E7-1786DECA4078}" dt="2026-02-17T12:17:53.463" v="1654" actId="1076"/>
          <ac:spMkLst>
            <pc:docMk/>
            <pc:sldMk cId="0" sldId="266"/>
            <ac:spMk id="35" creationId="{C8D743B2-224B-7EF8-9D1C-638485F2D6DF}"/>
          </ac:spMkLst>
        </pc:spChg>
        <pc:spChg chg="add mod">
          <ac:chgData name="jyotirmay mishra" userId="ab22842debdd0526" providerId="LiveId" clId="{86336BC5-DBB0-4370-99E7-1786DECA4078}" dt="2026-02-17T12:17:39.285" v="1653" actId="1076"/>
          <ac:spMkLst>
            <pc:docMk/>
            <pc:sldMk cId="0" sldId="266"/>
            <ac:spMk id="36" creationId="{ED2093C2-518E-370E-4ED4-69E7AD873C09}"/>
          </ac:spMkLst>
        </pc:spChg>
        <pc:spChg chg="add mod">
          <ac:chgData name="jyotirmay mishra" userId="ab22842debdd0526" providerId="LiveId" clId="{86336BC5-DBB0-4370-99E7-1786DECA4078}" dt="2026-02-17T12:18:34.878" v="1658" actId="1076"/>
          <ac:spMkLst>
            <pc:docMk/>
            <pc:sldMk cId="0" sldId="266"/>
            <ac:spMk id="37" creationId="{AB69F08B-C735-4A6B-5230-0158BF272006}"/>
          </ac:spMkLst>
        </pc:spChg>
        <pc:picChg chg="add mod">
          <ac:chgData name="jyotirmay mishra" userId="ab22842debdd0526" providerId="LiveId" clId="{86336BC5-DBB0-4370-99E7-1786DECA4078}" dt="2026-02-17T12:05:24.196" v="1493" actId="1076"/>
          <ac:picMkLst>
            <pc:docMk/>
            <pc:sldMk cId="0" sldId="266"/>
            <ac:picMk id="33" creationId="{FC4055F2-EFC4-EDED-3C14-8F3A87E69B8C}"/>
          </ac:picMkLst>
        </pc:picChg>
      </pc:sldChg>
      <pc:sldChg chg="addSp delSp modSp mod">
        <pc:chgData name="jyotirmay mishra" userId="ab22842debdd0526" providerId="LiveId" clId="{86336BC5-DBB0-4370-99E7-1786DECA4078}" dt="2026-02-17T12:20:50.256" v="1673" actId="1076"/>
        <pc:sldMkLst>
          <pc:docMk/>
          <pc:sldMk cId="0" sldId="267"/>
        </pc:sldMkLst>
        <pc:spChg chg="mod">
          <ac:chgData name="jyotirmay mishra" userId="ab22842debdd0526" providerId="LiveId" clId="{86336BC5-DBB0-4370-99E7-1786DECA4078}" dt="2026-02-17T12:20:50.256" v="1673" actId="1076"/>
          <ac:spMkLst>
            <pc:docMk/>
            <pc:sldMk cId="0" sldId="267"/>
            <ac:spMk id="4" creationId="{00000000-0000-0000-0000-000000000000}"/>
          </ac:spMkLst>
        </pc:spChg>
        <pc:spChg chg="add del">
          <ac:chgData name="jyotirmay mishra" userId="ab22842debdd0526" providerId="LiveId" clId="{86336BC5-DBB0-4370-99E7-1786DECA4078}" dt="2026-02-17T12:20:36.205" v="1672" actId="478"/>
          <ac:spMkLst>
            <pc:docMk/>
            <pc:sldMk cId="0" sldId="267"/>
            <ac:spMk id="7" creationId="{00000000-0000-0000-0000-000000000000}"/>
          </ac:spMkLst>
        </pc:spChg>
        <pc:spChg chg="mod">
          <ac:chgData name="jyotirmay mishra" userId="ab22842debdd0526" providerId="LiveId" clId="{86336BC5-DBB0-4370-99E7-1786DECA4078}" dt="2026-02-17T11:29:07.066" v="1256" actId="108"/>
          <ac:spMkLst>
            <pc:docMk/>
            <pc:sldMk cId="0" sldId="267"/>
            <ac:spMk id="17" creationId="{00000000-0000-0000-0000-000000000000}"/>
          </ac:spMkLst>
        </pc:spChg>
        <pc:spChg chg="mod">
          <ac:chgData name="jyotirmay mishra" userId="ab22842debdd0526" providerId="LiveId" clId="{86336BC5-DBB0-4370-99E7-1786DECA4078}" dt="2026-02-17T11:30:39.004" v="1266" actId="108"/>
          <ac:spMkLst>
            <pc:docMk/>
            <pc:sldMk cId="0" sldId="267"/>
            <ac:spMk id="18" creationId="{00000000-0000-0000-0000-000000000000}"/>
          </ac:spMkLst>
        </pc:spChg>
        <pc:spChg chg="mod">
          <ac:chgData name="jyotirmay mishra" userId="ab22842debdd0526" providerId="LiveId" clId="{86336BC5-DBB0-4370-99E7-1786DECA4078}" dt="2026-02-17T11:29:09.655" v="1257" actId="108"/>
          <ac:spMkLst>
            <pc:docMk/>
            <pc:sldMk cId="0" sldId="267"/>
            <ac:spMk id="21" creationId="{00000000-0000-0000-0000-000000000000}"/>
          </ac:spMkLst>
        </pc:spChg>
        <pc:spChg chg="mod">
          <ac:chgData name="jyotirmay mishra" userId="ab22842debdd0526" providerId="LiveId" clId="{86336BC5-DBB0-4370-99E7-1786DECA4078}" dt="2026-02-17T11:30:42.610" v="1267" actId="108"/>
          <ac:spMkLst>
            <pc:docMk/>
            <pc:sldMk cId="0" sldId="267"/>
            <ac:spMk id="22" creationId="{00000000-0000-0000-0000-000000000000}"/>
          </ac:spMkLst>
        </pc:spChg>
        <pc:spChg chg="mod">
          <ac:chgData name="jyotirmay mishra" userId="ab22842debdd0526" providerId="LiveId" clId="{86336BC5-DBB0-4370-99E7-1786DECA4078}" dt="2026-02-17T11:29:11.932" v="1258" actId="108"/>
          <ac:spMkLst>
            <pc:docMk/>
            <pc:sldMk cId="0" sldId="267"/>
            <ac:spMk id="25" creationId="{00000000-0000-0000-0000-000000000000}"/>
          </ac:spMkLst>
        </pc:spChg>
        <pc:spChg chg="mod">
          <ac:chgData name="jyotirmay mishra" userId="ab22842debdd0526" providerId="LiveId" clId="{86336BC5-DBB0-4370-99E7-1786DECA4078}" dt="2026-02-17T11:30:44.999" v="1268" actId="108"/>
          <ac:spMkLst>
            <pc:docMk/>
            <pc:sldMk cId="0" sldId="267"/>
            <ac:spMk id="26" creationId="{00000000-0000-0000-0000-000000000000}"/>
          </ac:spMkLst>
        </pc:spChg>
        <pc:spChg chg="mod">
          <ac:chgData name="jyotirmay mishra" userId="ab22842debdd0526" providerId="LiveId" clId="{86336BC5-DBB0-4370-99E7-1786DECA4078}" dt="2026-02-17T12:19:42.965" v="1662" actId="255"/>
          <ac:spMkLst>
            <pc:docMk/>
            <pc:sldMk cId="0" sldId="267"/>
            <ac:spMk id="30" creationId="{00000000-0000-0000-0000-000000000000}"/>
          </ac:spMkLst>
        </pc:spChg>
        <pc:spChg chg="mod">
          <ac:chgData name="jyotirmay mishra" userId="ab22842debdd0526" providerId="LiveId" clId="{86336BC5-DBB0-4370-99E7-1786DECA4078}" dt="2026-02-17T12:20:06.525" v="1666" actId="255"/>
          <ac:spMkLst>
            <pc:docMk/>
            <pc:sldMk cId="0" sldId="267"/>
            <ac:spMk id="31" creationId="{00000000-0000-0000-0000-000000000000}"/>
          </ac:spMkLst>
        </pc:spChg>
      </pc:sldChg>
      <pc:sldChg chg="modSp mod">
        <pc:chgData name="jyotirmay mishra" userId="ab22842debdd0526" providerId="LiveId" clId="{86336BC5-DBB0-4370-99E7-1786DECA4078}" dt="2026-02-17T12:35:29.551" v="1805" actId="20577"/>
        <pc:sldMkLst>
          <pc:docMk/>
          <pc:sldMk cId="0" sldId="268"/>
        </pc:sldMkLst>
        <pc:spChg chg="mod">
          <ac:chgData name="jyotirmay mishra" userId="ab22842debdd0526" providerId="LiveId" clId="{86336BC5-DBB0-4370-99E7-1786DECA4078}" dt="2026-02-09T16:45:04.414" v="330" actId="20577"/>
          <ac:spMkLst>
            <pc:docMk/>
            <pc:sldMk cId="0" sldId="268"/>
            <ac:spMk id="4" creationId="{00000000-0000-0000-0000-000000000000}"/>
          </ac:spMkLst>
        </pc:spChg>
        <pc:spChg chg="mod">
          <ac:chgData name="jyotirmay mishra" userId="ab22842debdd0526" providerId="LiveId" clId="{86336BC5-DBB0-4370-99E7-1786DECA4078}" dt="2026-02-09T16:04:03.278" v="98" actId="20577"/>
          <ac:spMkLst>
            <pc:docMk/>
            <pc:sldMk cId="0" sldId="268"/>
            <ac:spMk id="5" creationId="{00000000-0000-0000-0000-000000000000}"/>
          </ac:spMkLst>
        </pc:spChg>
        <pc:spChg chg="mod">
          <ac:chgData name="jyotirmay mishra" userId="ab22842debdd0526" providerId="LiveId" clId="{86336BC5-DBB0-4370-99E7-1786DECA4078}" dt="2026-02-17T12:21:40.462" v="1674" actId="255"/>
          <ac:spMkLst>
            <pc:docMk/>
            <pc:sldMk cId="0" sldId="268"/>
            <ac:spMk id="10" creationId="{00000000-0000-0000-0000-000000000000}"/>
          </ac:spMkLst>
        </pc:spChg>
        <pc:spChg chg="mod">
          <ac:chgData name="jyotirmay mishra" userId="ab22842debdd0526" providerId="LiveId" clId="{86336BC5-DBB0-4370-99E7-1786DECA4078}" dt="2026-02-17T12:21:59.512" v="1677" actId="255"/>
          <ac:spMkLst>
            <pc:docMk/>
            <pc:sldMk cId="0" sldId="268"/>
            <ac:spMk id="11" creationId="{00000000-0000-0000-0000-000000000000}"/>
          </ac:spMkLst>
        </pc:spChg>
        <pc:spChg chg="mod">
          <ac:chgData name="jyotirmay mishra" userId="ab22842debdd0526" providerId="LiveId" clId="{86336BC5-DBB0-4370-99E7-1786DECA4078}" dt="2026-02-17T12:25:00.612" v="1706" actId="14100"/>
          <ac:spMkLst>
            <pc:docMk/>
            <pc:sldMk cId="0" sldId="268"/>
            <ac:spMk id="15" creationId="{00000000-0000-0000-0000-000000000000}"/>
          </ac:spMkLst>
        </pc:spChg>
        <pc:spChg chg="mod">
          <ac:chgData name="jyotirmay mishra" userId="ab22842debdd0526" providerId="LiveId" clId="{86336BC5-DBB0-4370-99E7-1786DECA4078}" dt="2026-02-17T12:25:07.551" v="1707" actId="14100"/>
          <ac:spMkLst>
            <pc:docMk/>
            <pc:sldMk cId="0" sldId="268"/>
            <ac:spMk id="17" creationId="{00000000-0000-0000-0000-000000000000}"/>
          </ac:spMkLst>
        </pc:spChg>
        <pc:spChg chg="mod">
          <ac:chgData name="jyotirmay mishra" userId="ab22842debdd0526" providerId="LiveId" clId="{86336BC5-DBB0-4370-99E7-1786DECA4078}" dt="2026-02-17T12:23:18.390" v="1683" actId="108"/>
          <ac:spMkLst>
            <pc:docMk/>
            <pc:sldMk cId="0" sldId="268"/>
            <ac:spMk id="20" creationId="{00000000-0000-0000-0000-000000000000}"/>
          </ac:spMkLst>
        </pc:spChg>
        <pc:spChg chg="mod">
          <ac:chgData name="jyotirmay mishra" userId="ab22842debdd0526" providerId="LiveId" clId="{86336BC5-DBB0-4370-99E7-1786DECA4078}" dt="2026-02-17T12:27:02.344" v="1722" actId="20577"/>
          <ac:spMkLst>
            <pc:docMk/>
            <pc:sldMk cId="0" sldId="268"/>
            <ac:spMk id="21" creationId="{00000000-0000-0000-0000-000000000000}"/>
          </ac:spMkLst>
        </pc:spChg>
        <pc:spChg chg="mod">
          <ac:chgData name="jyotirmay mishra" userId="ab22842debdd0526" providerId="LiveId" clId="{86336BC5-DBB0-4370-99E7-1786DECA4078}" dt="2026-02-17T12:25:11.042" v="1708" actId="14100"/>
          <ac:spMkLst>
            <pc:docMk/>
            <pc:sldMk cId="0" sldId="268"/>
            <ac:spMk id="23" creationId="{00000000-0000-0000-0000-000000000000}"/>
          </ac:spMkLst>
        </pc:spChg>
        <pc:spChg chg="mod">
          <ac:chgData name="jyotirmay mishra" userId="ab22842debdd0526" providerId="LiveId" clId="{86336BC5-DBB0-4370-99E7-1786DECA4078}" dt="2026-02-17T12:35:29.551" v="1805" actId="20577"/>
          <ac:spMkLst>
            <pc:docMk/>
            <pc:sldMk cId="0" sldId="268"/>
            <ac:spMk id="24" creationId="{00000000-0000-0000-0000-000000000000}"/>
          </ac:spMkLst>
        </pc:spChg>
        <pc:spChg chg="mod">
          <ac:chgData name="jyotirmay mishra" userId="ab22842debdd0526" providerId="LiveId" clId="{86336BC5-DBB0-4370-99E7-1786DECA4078}" dt="2026-02-17T12:25:14.703" v="1709" actId="14100"/>
          <ac:spMkLst>
            <pc:docMk/>
            <pc:sldMk cId="0" sldId="268"/>
            <ac:spMk id="25" creationId="{00000000-0000-0000-0000-000000000000}"/>
          </ac:spMkLst>
        </pc:spChg>
        <pc:spChg chg="mod">
          <ac:chgData name="jyotirmay mishra" userId="ab22842debdd0526" providerId="LiveId" clId="{86336BC5-DBB0-4370-99E7-1786DECA4078}" dt="2026-02-17T12:24:54.021" v="1705" actId="14100"/>
          <ac:spMkLst>
            <pc:docMk/>
            <pc:sldMk cId="0" sldId="268"/>
            <ac:spMk id="30" creationId="{00000000-0000-0000-0000-000000000000}"/>
          </ac:spMkLst>
        </pc:spChg>
        <pc:spChg chg="mod">
          <ac:chgData name="jyotirmay mishra" userId="ab22842debdd0526" providerId="LiveId" clId="{86336BC5-DBB0-4370-99E7-1786DECA4078}" dt="2026-02-17T12:25:32.679" v="1712" actId="14100"/>
          <ac:spMkLst>
            <pc:docMk/>
            <pc:sldMk cId="0" sldId="268"/>
            <ac:spMk id="32" creationId="{00000000-0000-0000-0000-000000000000}"/>
          </ac:spMkLst>
        </pc:spChg>
        <pc:spChg chg="mod">
          <ac:chgData name="jyotirmay mishra" userId="ab22842debdd0526" providerId="LiveId" clId="{86336BC5-DBB0-4370-99E7-1786DECA4078}" dt="2026-02-17T12:23:37.126" v="1687" actId="108"/>
          <ac:spMkLst>
            <pc:docMk/>
            <pc:sldMk cId="0" sldId="268"/>
            <ac:spMk id="35" creationId="{00000000-0000-0000-0000-000000000000}"/>
          </ac:spMkLst>
        </pc:spChg>
        <pc:spChg chg="mod">
          <ac:chgData name="jyotirmay mishra" userId="ab22842debdd0526" providerId="LiveId" clId="{86336BC5-DBB0-4370-99E7-1786DECA4078}" dt="2026-02-17T12:25:28.144" v="1711" actId="14100"/>
          <ac:spMkLst>
            <pc:docMk/>
            <pc:sldMk cId="0" sldId="268"/>
            <ac:spMk id="38" creationId="{00000000-0000-0000-0000-000000000000}"/>
          </ac:spMkLst>
        </pc:spChg>
        <pc:spChg chg="mod">
          <ac:chgData name="jyotirmay mishra" userId="ab22842debdd0526" providerId="LiveId" clId="{86336BC5-DBB0-4370-99E7-1786DECA4078}" dt="2026-02-17T12:28:51.193" v="1731" actId="20577"/>
          <ac:spMkLst>
            <pc:docMk/>
            <pc:sldMk cId="0" sldId="268"/>
            <ac:spMk id="39" creationId="{00000000-0000-0000-0000-000000000000}"/>
          </ac:spMkLst>
        </pc:spChg>
        <pc:spChg chg="mod">
          <ac:chgData name="jyotirmay mishra" userId="ab22842debdd0526" providerId="LiveId" clId="{86336BC5-DBB0-4370-99E7-1786DECA4078}" dt="2026-02-17T12:25:24.063" v="1710" actId="14100"/>
          <ac:spMkLst>
            <pc:docMk/>
            <pc:sldMk cId="0" sldId="268"/>
            <ac:spMk id="40" creationId="{00000000-0000-0000-0000-000000000000}"/>
          </ac:spMkLst>
        </pc:spChg>
        <pc:spChg chg="mod">
          <ac:chgData name="jyotirmay mishra" userId="ab22842debdd0526" providerId="LiveId" clId="{86336BC5-DBB0-4370-99E7-1786DECA4078}" dt="2026-02-17T12:24:44.126" v="1699" actId="14100"/>
          <ac:spMkLst>
            <pc:docMk/>
            <pc:sldMk cId="0" sldId="268"/>
            <ac:spMk id="45" creationId="{00000000-0000-0000-0000-000000000000}"/>
          </ac:spMkLst>
        </pc:spChg>
        <pc:spChg chg="mod">
          <ac:chgData name="jyotirmay mishra" userId="ab22842debdd0526" providerId="LiveId" clId="{86336BC5-DBB0-4370-99E7-1786DECA4078}" dt="2026-02-17T12:22:52.843" v="1681" actId="14100"/>
          <ac:spMkLst>
            <pc:docMk/>
            <pc:sldMk cId="0" sldId="268"/>
            <ac:spMk id="47" creationId="{00000000-0000-0000-0000-000000000000}"/>
          </ac:spMkLst>
        </pc:spChg>
        <pc:spChg chg="mod">
          <ac:chgData name="jyotirmay mishra" userId="ab22842debdd0526" providerId="LiveId" clId="{86336BC5-DBB0-4370-99E7-1786DECA4078}" dt="2026-02-17T12:23:56.042" v="1692" actId="108"/>
          <ac:spMkLst>
            <pc:docMk/>
            <pc:sldMk cId="0" sldId="268"/>
            <ac:spMk id="50" creationId="{00000000-0000-0000-0000-000000000000}"/>
          </ac:spMkLst>
        </pc:spChg>
        <pc:spChg chg="mod">
          <ac:chgData name="jyotirmay mishra" userId="ab22842debdd0526" providerId="LiveId" clId="{86336BC5-DBB0-4370-99E7-1786DECA4078}" dt="2026-02-17T12:27:19.251" v="1724" actId="20577"/>
          <ac:spMkLst>
            <pc:docMk/>
            <pc:sldMk cId="0" sldId="268"/>
            <ac:spMk id="51" creationId="{00000000-0000-0000-0000-000000000000}"/>
          </ac:spMkLst>
        </pc:spChg>
        <pc:spChg chg="mod">
          <ac:chgData name="jyotirmay mishra" userId="ab22842debdd0526" providerId="LiveId" clId="{86336BC5-DBB0-4370-99E7-1786DECA4078}" dt="2026-02-17T12:25:37.825" v="1713" actId="14100"/>
          <ac:spMkLst>
            <pc:docMk/>
            <pc:sldMk cId="0" sldId="268"/>
            <ac:spMk id="53" creationId="{00000000-0000-0000-0000-000000000000}"/>
          </ac:spMkLst>
        </pc:spChg>
        <pc:spChg chg="mod">
          <ac:chgData name="jyotirmay mishra" userId="ab22842debdd0526" providerId="LiveId" clId="{86336BC5-DBB0-4370-99E7-1786DECA4078}" dt="2026-02-17T12:25:41.561" v="1714" actId="14100"/>
          <ac:spMkLst>
            <pc:docMk/>
            <pc:sldMk cId="0" sldId="268"/>
            <ac:spMk id="55" creationId="{00000000-0000-0000-0000-000000000000}"/>
          </ac:spMkLst>
        </pc:spChg>
        <pc:spChg chg="mod">
          <ac:chgData name="jyotirmay mishra" userId="ab22842debdd0526" providerId="LiveId" clId="{86336BC5-DBB0-4370-99E7-1786DECA4078}" dt="2026-02-17T12:21:49.964" v="1676" actId="255"/>
          <ac:spMkLst>
            <pc:docMk/>
            <pc:sldMk cId="0" sldId="268"/>
            <ac:spMk id="60" creationId="{00000000-0000-0000-0000-000000000000}"/>
          </ac:spMkLst>
        </pc:spChg>
        <pc:spChg chg="mod">
          <ac:chgData name="jyotirmay mishra" userId="ab22842debdd0526" providerId="LiveId" clId="{86336BC5-DBB0-4370-99E7-1786DECA4078}" dt="2026-02-17T12:22:07.872" v="1678" actId="108"/>
          <ac:spMkLst>
            <pc:docMk/>
            <pc:sldMk cId="0" sldId="268"/>
            <ac:spMk id="61" creationId="{00000000-0000-0000-0000-000000000000}"/>
          </ac:spMkLst>
        </pc:spChg>
      </pc:sldChg>
      <pc:sldChg chg="modSp mod">
        <pc:chgData name="jyotirmay mishra" userId="ab22842debdd0526" providerId="LiveId" clId="{86336BC5-DBB0-4370-99E7-1786DECA4078}" dt="2026-02-17T12:43:15.478" v="1864" actId="1076"/>
        <pc:sldMkLst>
          <pc:docMk/>
          <pc:sldMk cId="0" sldId="269"/>
        </pc:sldMkLst>
        <pc:spChg chg="mod">
          <ac:chgData name="jyotirmay mishra" userId="ab22842debdd0526" providerId="LiveId" clId="{86336BC5-DBB0-4370-99E7-1786DECA4078}" dt="2026-02-09T16:45:11.286" v="331" actId="20577"/>
          <ac:spMkLst>
            <pc:docMk/>
            <pc:sldMk cId="0" sldId="269"/>
            <ac:spMk id="4" creationId="{00000000-0000-0000-0000-000000000000}"/>
          </ac:spMkLst>
        </pc:spChg>
        <pc:spChg chg="mod">
          <ac:chgData name="jyotirmay mishra" userId="ab22842debdd0526" providerId="LiveId" clId="{86336BC5-DBB0-4370-99E7-1786DECA4078}" dt="2026-02-17T12:37:40.440" v="1818" actId="1076"/>
          <ac:spMkLst>
            <pc:docMk/>
            <pc:sldMk cId="0" sldId="269"/>
            <ac:spMk id="9" creationId="{00000000-0000-0000-0000-000000000000}"/>
          </ac:spMkLst>
        </pc:spChg>
        <pc:spChg chg="mod">
          <ac:chgData name="jyotirmay mishra" userId="ab22842debdd0526" providerId="LiveId" clId="{86336BC5-DBB0-4370-99E7-1786DECA4078}" dt="2026-02-17T12:37:34.469" v="1816" actId="1076"/>
          <ac:spMkLst>
            <pc:docMk/>
            <pc:sldMk cId="0" sldId="269"/>
            <ac:spMk id="10" creationId="{00000000-0000-0000-0000-000000000000}"/>
          </ac:spMkLst>
        </pc:spChg>
        <pc:spChg chg="mod">
          <ac:chgData name="jyotirmay mishra" userId="ab22842debdd0526" providerId="LiveId" clId="{86336BC5-DBB0-4370-99E7-1786DECA4078}" dt="2026-02-17T12:37:49.049" v="1820" actId="14100"/>
          <ac:spMkLst>
            <pc:docMk/>
            <pc:sldMk cId="0" sldId="269"/>
            <ac:spMk id="11" creationId="{00000000-0000-0000-0000-000000000000}"/>
          </ac:spMkLst>
        </pc:spChg>
        <pc:spChg chg="mod">
          <ac:chgData name="jyotirmay mishra" userId="ab22842debdd0526" providerId="LiveId" clId="{86336BC5-DBB0-4370-99E7-1786DECA4078}" dt="2026-02-17T12:38:00.693" v="1821" actId="255"/>
          <ac:spMkLst>
            <pc:docMk/>
            <pc:sldMk cId="0" sldId="269"/>
            <ac:spMk id="14" creationId="{00000000-0000-0000-0000-000000000000}"/>
          </ac:spMkLst>
        </pc:spChg>
        <pc:spChg chg="mod">
          <ac:chgData name="jyotirmay mishra" userId="ab22842debdd0526" providerId="LiveId" clId="{86336BC5-DBB0-4370-99E7-1786DECA4078}" dt="2026-02-17T12:38:31.781" v="1825" actId="108"/>
          <ac:spMkLst>
            <pc:docMk/>
            <pc:sldMk cId="0" sldId="269"/>
            <ac:spMk id="17" creationId="{00000000-0000-0000-0000-000000000000}"/>
          </ac:spMkLst>
        </pc:spChg>
        <pc:spChg chg="mod">
          <ac:chgData name="jyotirmay mishra" userId="ab22842debdd0526" providerId="LiveId" clId="{86336BC5-DBB0-4370-99E7-1786DECA4078}" dt="2026-02-17T12:39:48.982" v="1838" actId="255"/>
          <ac:spMkLst>
            <pc:docMk/>
            <pc:sldMk cId="0" sldId="269"/>
            <ac:spMk id="18" creationId="{00000000-0000-0000-0000-000000000000}"/>
          </ac:spMkLst>
        </pc:spChg>
        <pc:spChg chg="mod">
          <ac:chgData name="jyotirmay mishra" userId="ab22842debdd0526" providerId="LiveId" clId="{86336BC5-DBB0-4370-99E7-1786DECA4078}" dt="2026-02-17T12:38:34.591" v="1826" actId="108"/>
          <ac:spMkLst>
            <pc:docMk/>
            <pc:sldMk cId="0" sldId="269"/>
            <ac:spMk id="21" creationId="{00000000-0000-0000-0000-000000000000}"/>
          </ac:spMkLst>
        </pc:spChg>
        <pc:spChg chg="mod">
          <ac:chgData name="jyotirmay mishra" userId="ab22842debdd0526" providerId="LiveId" clId="{86336BC5-DBB0-4370-99E7-1786DECA4078}" dt="2026-02-17T12:39:54.032" v="1839" actId="108"/>
          <ac:spMkLst>
            <pc:docMk/>
            <pc:sldMk cId="0" sldId="269"/>
            <ac:spMk id="22" creationId="{00000000-0000-0000-0000-000000000000}"/>
          </ac:spMkLst>
        </pc:spChg>
        <pc:spChg chg="mod">
          <ac:chgData name="jyotirmay mishra" userId="ab22842debdd0526" providerId="LiveId" clId="{86336BC5-DBB0-4370-99E7-1786DECA4078}" dt="2026-02-17T12:38:37.640" v="1827" actId="108"/>
          <ac:spMkLst>
            <pc:docMk/>
            <pc:sldMk cId="0" sldId="269"/>
            <ac:spMk id="25" creationId="{00000000-0000-0000-0000-000000000000}"/>
          </ac:spMkLst>
        </pc:spChg>
        <pc:spChg chg="mod">
          <ac:chgData name="jyotirmay mishra" userId="ab22842debdd0526" providerId="LiveId" clId="{86336BC5-DBB0-4370-99E7-1786DECA4078}" dt="2026-02-09T16:03:29.584" v="46" actId="20577"/>
          <ac:spMkLst>
            <pc:docMk/>
            <pc:sldMk cId="0" sldId="269"/>
            <ac:spMk id="26" creationId="{00000000-0000-0000-0000-000000000000}"/>
          </ac:spMkLst>
        </pc:spChg>
        <pc:spChg chg="mod">
          <ac:chgData name="jyotirmay mishra" userId="ab22842debdd0526" providerId="LiveId" clId="{86336BC5-DBB0-4370-99E7-1786DECA4078}" dt="2026-02-17T12:38:40.379" v="1828" actId="108"/>
          <ac:spMkLst>
            <pc:docMk/>
            <pc:sldMk cId="0" sldId="269"/>
            <ac:spMk id="29" creationId="{00000000-0000-0000-0000-000000000000}"/>
          </ac:spMkLst>
        </pc:spChg>
        <pc:spChg chg="mod">
          <ac:chgData name="jyotirmay mishra" userId="ab22842debdd0526" providerId="LiveId" clId="{86336BC5-DBB0-4370-99E7-1786DECA4078}" dt="2026-02-09T16:03:20.079" v="25" actId="20577"/>
          <ac:spMkLst>
            <pc:docMk/>
            <pc:sldMk cId="0" sldId="269"/>
            <ac:spMk id="30" creationId="{00000000-0000-0000-0000-000000000000}"/>
          </ac:spMkLst>
        </pc:spChg>
        <pc:spChg chg="mod">
          <ac:chgData name="jyotirmay mishra" userId="ab22842debdd0526" providerId="LiveId" clId="{86336BC5-DBB0-4370-99E7-1786DECA4078}" dt="2026-02-17T12:38:05.639" v="1822" actId="108"/>
          <ac:spMkLst>
            <pc:docMk/>
            <pc:sldMk cId="0" sldId="269"/>
            <ac:spMk id="33" creationId="{00000000-0000-0000-0000-000000000000}"/>
          </ac:spMkLst>
        </pc:spChg>
        <pc:spChg chg="mod">
          <ac:chgData name="jyotirmay mishra" userId="ab22842debdd0526" providerId="LiveId" clId="{86336BC5-DBB0-4370-99E7-1786DECA4078}" dt="2026-02-17T12:38:43.370" v="1829" actId="108"/>
          <ac:spMkLst>
            <pc:docMk/>
            <pc:sldMk cId="0" sldId="269"/>
            <ac:spMk id="36" creationId="{00000000-0000-0000-0000-000000000000}"/>
          </ac:spMkLst>
        </pc:spChg>
        <pc:spChg chg="mod">
          <ac:chgData name="jyotirmay mishra" userId="ab22842debdd0526" providerId="LiveId" clId="{86336BC5-DBB0-4370-99E7-1786DECA4078}" dt="2026-02-17T12:40:00.790" v="1841" actId="108"/>
          <ac:spMkLst>
            <pc:docMk/>
            <pc:sldMk cId="0" sldId="269"/>
            <ac:spMk id="37" creationId="{00000000-0000-0000-0000-000000000000}"/>
          </ac:spMkLst>
        </pc:spChg>
        <pc:spChg chg="mod">
          <ac:chgData name="jyotirmay mishra" userId="ab22842debdd0526" providerId="LiveId" clId="{86336BC5-DBB0-4370-99E7-1786DECA4078}" dt="2026-02-17T12:38:47.274" v="1830" actId="108"/>
          <ac:spMkLst>
            <pc:docMk/>
            <pc:sldMk cId="0" sldId="269"/>
            <ac:spMk id="40" creationId="{00000000-0000-0000-0000-000000000000}"/>
          </ac:spMkLst>
        </pc:spChg>
        <pc:spChg chg="mod">
          <ac:chgData name="jyotirmay mishra" userId="ab22842debdd0526" providerId="LiveId" clId="{86336BC5-DBB0-4370-99E7-1786DECA4078}" dt="2026-02-17T12:40:04.466" v="1842" actId="108"/>
          <ac:spMkLst>
            <pc:docMk/>
            <pc:sldMk cId="0" sldId="269"/>
            <ac:spMk id="41" creationId="{00000000-0000-0000-0000-000000000000}"/>
          </ac:spMkLst>
        </pc:spChg>
        <pc:spChg chg="mod">
          <ac:chgData name="jyotirmay mishra" userId="ab22842debdd0526" providerId="LiveId" clId="{86336BC5-DBB0-4370-99E7-1786DECA4078}" dt="2026-02-17T12:38:58.261" v="1831" actId="14100"/>
          <ac:spMkLst>
            <pc:docMk/>
            <pc:sldMk cId="0" sldId="269"/>
            <ac:spMk id="42" creationId="{00000000-0000-0000-0000-000000000000}"/>
          </ac:spMkLst>
        </pc:spChg>
        <pc:spChg chg="mod">
          <ac:chgData name="jyotirmay mishra" userId="ab22842debdd0526" providerId="LiveId" clId="{86336BC5-DBB0-4370-99E7-1786DECA4078}" dt="2026-02-17T12:41:53.468" v="1852" actId="255"/>
          <ac:spMkLst>
            <pc:docMk/>
            <pc:sldMk cId="0" sldId="269"/>
            <ac:spMk id="43" creationId="{00000000-0000-0000-0000-000000000000}"/>
          </ac:spMkLst>
        </pc:spChg>
        <pc:spChg chg="mod">
          <ac:chgData name="jyotirmay mishra" userId="ab22842debdd0526" providerId="LiveId" clId="{86336BC5-DBB0-4370-99E7-1786DECA4078}" dt="2026-02-17T12:38:08.729" v="1823" actId="108"/>
          <ac:spMkLst>
            <pc:docMk/>
            <pc:sldMk cId="0" sldId="269"/>
            <ac:spMk id="46" creationId="{00000000-0000-0000-0000-000000000000}"/>
          </ac:spMkLst>
        </pc:spChg>
        <pc:spChg chg="mod">
          <ac:chgData name="jyotirmay mishra" userId="ab22842debdd0526" providerId="LiveId" clId="{86336BC5-DBB0-4370-99E7-1786DECA4078}" dt="2026-02-17T12:38:25.901" v="1824" actId="255"/>
          <ac:spMkLst>
            <pc:docMk/>
            <pc:sldMk cId="0" sldId="269"/>
            <ac:spMk id="49" creationId="{00000000-0000-0000-0000-000000000000}"/>
          </ac:spMkLst>
        </pc:spChg>
        <pc:spChg chg="mod">
          <ac:chgData name="jyotirmay mishra" userId="ab22842debdd0526" providerId="LiveId" clId="{86336BC5-DBB0-4370-99E7-1786DECA4078}" dt="2026-02-17T12:39:58.308" v="1840" actId="108"/>
          <ac:spMkLst>
            <pc:docMk/>
            <pc:sldMk cId="0" sldId="269"/>
            <ac:spMk id="50" creationId="{00000000-0000-0000-0000-000000000000}"/>
          </ac:spMkLst>
        </pc:spChg>
        <pc:spChg chg="mod">
          <ac:chgData name="jyotirmay mishra" userId="ab22842debdd0526" providerId="LiveId" clId="{86336BC5-DBB0-4370-99E7-1786DECA4078}" dt="2026-02-17T12:42:50.909" v="1861" actId="1076"/>
          <ac:spMkLst>
            <pc:docMk/>
            <pc:sldMk cId="0" sldId="269"/>
            <ac:spMk id="51" creationId="{00000000-0000-0000-0000-000000000000}"/>
          </ac:spMkLst>
        </pc:spChg>
        <pc:spChg chg="mod">
          <ac:chgData name="jyotirmay mishra" userId="ab22842debdd0526" providerId="LiveId" clId="{86336BC5-DBB0-4370-99E7-1786DECA4078}" dt="2026-02-17T12:42:05.078" v="1853" actId="255"/>
          <ac:spMkLst>
            <pc:docMk/>
            <pc:sldMk cId="0" sldId="269"/>
            <ac:spMk id="52" creationId="{00000000-0000-0000-0000-000000000000}"/>
          </ac:spMkLst>
        </pc:spChg>
        <pc:spChg chg="mod">
          <ac:chgData name="jyotirmay mishra" userId="ab22842debdd0526" providerId="LiveId" clId="{86336BC5-DBB0-4370-99E7-1786DECA4078}" dt="2026-02-17T12:42:12.951" v="1854" actId="255"/>
          <ac:spMkLst>
            <pc:docMk/>
            <pc:sldMk cId="0" sldId="269"/>
            <ac:spMk id="53" creationId="{00000000-0000-0000-0000-000000000000}"/>
          </ac:spMkLst>
        </pc:spChg>
        <pc:spChg chg="mod">
          <ac:chgData name="jyotirmay mishra" userId="ab22842debdd0526" providerId="LiveId" clId="{86336BC5-DBB0-4370-99E7-1786DECA4078}" dt="2026-02-17T12:43:01.978" v="1862" actId="1076"/>
          <ac:spMkLst>
            <pc:docMk/>
            <pc:sldMk cId="0" sldId="269"/>
            <ac:spMk id="54" creationId="{00000000-0000-0000-0000-000000000000}"/>
          </ac:spMkLst>
        </pc:spChg>
        <pc:spChg chg="mod">
          <ac:chgData name="jyotirmay mishra" userId="ab22842debdd0526" providerId="LiveId" clId="{86336BC5-DBB0-4370-99E7-1786DECA4078}" dt="2026-02-17T12:42:45.091" v="1859" actId="1076"/>
          <ac:spMkLst>
            <pc:docMk/>
            <pc:sldMk cId="0" sldId="269"/>
            <ac:spMk id="55" creationId="{00000000-0000-0000-0000-000000000000}"/>
          </ac:spMkLst>
        </pc:spChg>
        <pc:spChg chg="mod">
          <ac:chgData name="jyotirmay mishra" userId="ab22842debdd0526" providerId="LiveId" clId="{86336BC5-DBB0-4370-99E7-1786DECA4078}" dt="2026-02-17T12:43:15.478" v="1864" actId="1076"/>
          <ac:spMkLst>
            <pc:docMk/>
            <pc:sldMk cId="0" sldId="269"/>
            <ac:spMk id="56" creationId="{00000000-0000-0000-0000-000000000000}"/>
          </ac:spMkLst>
        </pc:spChg>
        <pc:spChg chg="mod">
          <ac:chgData name="jyotirmay mishra" userId="ab22842debdd0526" providerId="LiveId" clId="{86336BC5-DBB0-4370-99E7-1786DECA4078}" dt="2026-02-17T12:36:22.122" v="1809" actId="14100"/>
          <ac:spMkLst>
            <pc:docMk/>
            <pc:sldMk cId="0" sldId="269"/>
            <ac:spMk id="57" creationId="{00000000-0000-0000-0000-000000000000}"/>
          </ac:spMkLst>
        </pc:spChg>
        <pc:spChg chg="mod">
          <ac:chgData name="jyotirmay mishra" userId="ab22842debdd0526" providerId="LiveId" clId="{86336BC5-DBB0-4370-99E7-1786DECA4078}" dt="2026-02-17T12:36:12.503" v="1808" actId="1076"/>
          <ac:spMkLst>
            <pc:docMk/>
            <pc:sldMk cId="0" sldId="269"/>
            <ac:spMk id="58" creationId="{00000000-0000-0000-0000-000000000000}"/>
          </ac:spMkLst>
        </pc:spChg>
        <pc:spChg chg="mod">
          <ac:chgData name="jyotirmay mishra" userId="ab22842debdd0526" providerId="LiveId" clId="{86336BC5-DBB0-4370-99E7-1786DECA4078}" dt="2026-02-17T12:41:23.131" v="1850" actId="255"/>
          <ac:spMkLst>
            <pc:docMk/>
            <pc:sldMk cId="0" sldId="269"/>
            <ac:spMk id="59" creationId="{00000000-0000-0000-0000-000000000000}"/>
          </ac:spMkLst>
        </pc:spChg>
      </pc:sldChg>
      <pc:sldChg chg="modSp mod">
        <pc:chgData name="jyotirmay mishra" userId="ab22842debdd0526" providerId="LiveId" clId="{86336BC5-DBB0-4370-99E7-1786DECA4078}" dt="2026-02-17T13:10:37.065" v="1927" actId="108"/>
        <pc:sldMkLst>
          <pc:docMk/>
          <pc:sldMk cId="0" sldId="272"/>
        </pc:sldMkLst>
        <pc:spChg chg="mod">
          <ac:chgData name="jyotirmay mishra" userId="ab22842debdd0526" providerId="LiveId" clId="{86336BC5-DBB0-4370-99E7-1786DECA4078}" dt="2026-02-09T16:45:37.976" v="347" actId="20577"/>
          <ac:spMkLst>
            <pc:docMk/>
            <pc:sldMk cId="0" sldId="272"/>
            <ac:spMk id="4" creationId="{00000000-0000-0000-0000-000000000000}"/>
          </ac:spMkLst>
        </pc:spChg>
        <pc:spChg chg="mod">
          <ac:chgData name="jyotirmay mishra" userId="ab22842debdd0526" providerId="LiveId" clId="{86336BC5-DBB0-4370-99E7-1786DECA4078}" dt="2026-02-17T13:08:12.778" v="1906" actId="255"/>
          <ac:spMkLst>
            <pc:docMk/>
            <pc:sldMk cId="0" sldId="272"/>
            <ac:spMk id="10" creationId="{00000000-0000-0000-0000-000000000000}"/>
          </ac:spMkLst>
        </pc:spChg>
        <pc:spChg chg="mod">
          <ac:chgData name="jyotirmay mishra" userId="ab22842debdd0526" providerId="LiveId" clId="{86336BC5-DBB0-4370-99E7-1786DECA4078}" dt="2026-02-17T10:13:28.817" v="814" actId="255"/>
          <ac:spMkLst>
            <pc:docMk/>
            <pc:sldMk cId="0" sldId="272"/>
            <ac:spMk id="11" creationId="{00000000-0000-0000-0000-000000000000}"/>
          </ac:spMkLst>
        </pc:spChg>
        <pc:spChg chg="mod">
          <ac:chgData name="jyotirmay mishra" userId="ab22842debdd0526" providerId="LiveId" clId="{86336BC5-DBB0-4370-99E7-1786DECA4078}" dt="2026-02-17T13:08:22.544" v="1907" actId="255"/>
          <ac:spMkLst>
            <pc:docMk/>
            <pc:sldMk cId="0" sldId="272"/>
            <ac:spMk id="14" creationId="{00000000-0000-0000-0000-000000000000}"/>
          </ac:spMkLst>
        </pc:spChg>
        <pc:spChg chg="mod">
          <ac:chgData name="jyotirmay mishra" userId="ab22842debdd0526" providerId="LiveId" clId="{86336BC5-DBB0-4370-99E7-1786DECA4078}" dt="2026-02-17T13:08:44.926" v="1910" actId="255"/>
          <ac:spMkLst>
            <pc:docMk/>
            <pc:sldMk cId="0" sldId="272"/>
            <ac:spMk id="16" creationId="{00000000-0000-0000-0000-000000000000}"/>
          </ac:spMkLst>
        </pc:spChg>
        <pc:spChg chg="mod">
          <ac:chgData name="jyotirmay mishra" userId="ab22842debdd0526" providerId="LiveId" clId="{86336BC5-DBB0-4370-99E7-1786DECA4078}" dt="2026-02-17T13:09:38.027" v="1917" actId="255"/>
          <ac:spMkLst>
            <pc:docMk/>
            <pc:sldMk cId="0" sldId="272"/>
            <ac:spMk id="17" creationId="{00000000-0000-0000-0000-000000000000}"/>
          </ac:spMkLst>
        </pc:spChg>
        <pc:spChg chg="mod">
          <ac:chgData name="jyotirmay mishra" userId="ab22842debdd0526" providerId="LiveId" clId="{86336BC5-DBB0-4370-99E7-1786DECA4078}" dt="2026-02-17T13:09:43.111" v="1918" actId="108"/>
          <ac:spMkLst>
            <pc:docMk/>
            <pc:sldMk cId="0" sldId="272"/>
            <ac:spMk id="19" creationId="{00000000-0000-0000-0000-000000000000}"/>
          </ac:spMkLst>
        </pc:spChg>
        <pc:spChg chg="mod">
          <ac:chgData name="jyotirmay mishra" userId="ab22842debdd0526" providerId="LiveId" clId="{86336BC5-DBB0-4370-99E7-1786DECA4078}" dt="2026-02-17T13:10:31.856" v="1926" actId="108"/>
          <ac:spMkLst>
            <pc:docMk/>
            <pc:sldMk cId="0" sldId="272"/>
            <ac:spMk id="21" creationId="{00000000-0000-0000-0000-000000000000}"/>
          </ac:spMkLst>
        </pc:spChg>
        <pc:spChg chg="mod">
          <ac:chgData name="jyotirmay mishra" userId="ab22842debdd0526" providerId="LiveId" clId="{86336BC5-DBB0-4370-99E7-1786DECA4078}" dt="2026-02-17T13:08:26.075" v="1908" actId="108"/>
          <ac:spMkLst>
            <pc:docMk/>
            <pc:sldMk cId="0" sldId="272"/>
            <ac:spMk id="24" creationId="{00000000-0000-0000-0000-000000000000}"/>
          </ac:spMkLst>
        </pc:spChg>
        <pc:spChg chg="mod">
          <ac:chgData name="jyotirmay mishra" userId="ab22842debdd0526" providerId="LiveId" clId="{86336BC5-DBB0-4370-99E7-1786DECA4078}" dt="2026-02-17T13:08:49.775" v="1911" actId="108"/>
          <ac:spMkLst>
            <pc:docMk/>
            <pc:sldMk cId="0" sldId="272"/>
            <ac:spMk id="26" creationId="{00000000-0000-0000-0000-000000000000}"/>
          </ac:spMkLst>
        </pc:spChg>
        <pc:spChg chg="mod">
          <ac:chgData name="jyotirmay mishra" userId="ab22842debdd0526" providerId="LiveId" clId="{86336BC5-DBB0-4370-99E7-1786DECA4078}" dt="2026-02-17T13:09:48.037" v="1919" actId="108"/>
          <ac:spMkLst>
            <pc:docMk/>
            <pc:sldMk cId="0" sldId="272"/>
            <ac:spMk id="27" creationId="{00000000-0000-0000-0000-000000000000}"/>
          </ac:spMkLst>
        </pc:spChg>
        <pc:spChg chg="mod">
          <ac:chgData name="jyotirmay mishra" userId="ab22842debdd0526" providerId="LiveId" clId="{86336BC5-DBB0-4370-99E7-1786DECA4078}" dt="2026-02-17T13:09:51.281" v="1920" actId="108"/>
          <ac:spMkLst>
            <pc:docMk/>
            <pc:sldMk cId="0" sldId="272"/>
            <ac:spMk id="29" creationId="{00000000-0000-0000-0000-000000000000}"/>
          </ac:spMkLst>
        </pc:spChg>
        <pc:spChg chg="mod">
          <ac:chgData name="jyotirmay mishra" userId="ab22842debdd0526" providerId="LiveId" clId="{86336BC5-DBB0-4370-99E7-1786DECA4078}" dt="2026-02-17T13:10:37.065" v="1927" actId="108"/>
          <ac:spMkLst>
            <pc:docMk/>
            <pc:sldMk cId="0" sldId="272"/>
            <ac:spMk id="31" creationId="{00000000-0000-0000-0000-000000000000}"/>
          </ac:spMkLst>
        </pc:spChg>
        <pc:spChg chg="mod">
          <ac:chgData name="jyotirmay mishra" userId="ab22842debdd0526" providerId="LiveId" clId="{86336BC5-DBB0-4370-99E7-1786DECA4078}" dt="2026-02-17T13:08:31.163" v="1909" actId="255"/>
          <ac:spMkLst>
            <pc:docMk/>
            <pc:sldMk cId="0" sldId="272"/>
            <ac:spMk id="34" creationId="{00000000-0000-0000-0000-000000000000}"/>
          </ac:spMkLst>
        </pc:spChg>
        <pc:spChg chg="mod">
          <ac:chgData name="jyotirmay mishra" userId="ab22842debdd0526" providerId="LiveId" clId="{86336BC5-DBB0-4370-99E7-1786DECA4078}" dt="2026-02-17T13:10:01.855" v="1922" actId="108"/>
          <ac:spMkLst>
            <pc:docMk/>
            <pc:sldMk cId="0" sldId="272"/>
            <ac:spMk id="36" creationId="{00000000-0000-0000-0000-000000000000}"/>
          </ac:spMkLst>
        </pc:spChg>
        <pc:spChg chg="mod">
          <ac:chgData name="jyotirmay mishra" userId="ab22842debdd0526" providerId="LiveId" clId="{86336BC5-DBB0-4370-99E7-1786DECA4078}" dt="2026-02-17T13:10:12.165" v="1924" actId="108"/>
          <ac:spMkLst>
            <pc:docMk/>
            <pc:sldMk cId="0" sldId="272"/>
            <ac:spMk id="38" creationId="{00000000-0000-0000-0000-000000000000}"/>
          </ac:spMkLst>
        </pc:spChg>
        <pc:spChg chg="mod">
          <ac:chgData name="jyotirmay mishra" userId="ab22842debdd0526" providerId="LiveId" clId="{86336BC5-DBB0-4370-99E7-1786DECA4078}" dt="2026-02-17T13:10:16.873" v="1925" actId="108"/>
          <ac:spMkLst>
            <pc:docMk/>
            <pc:sldMk cId="0" sldId="272"/>
            <ac:spMk id="40" creationId="{00000000-0000-0000-0000-000000000000}"/>
          </ac:spMkLst>
        </pc:spChg>
        <pc:spChg chg="mod">
          <ac:chgData name="jyotirmay mishra" userId="ab22842debdd0526" providerId="LiveId" clId="{86336BC5-DBB0-4370-99E7-1786DECA4078}" dt="2026-02-17T13:09:58.015" v="1921" actId="108"/>
          <ac:spMkLst>
            <pc:docMk/>
            <pc:sldMk cId="0" sldId="272"/>
            <ac:spMk id="42" creationId="{00000000-0000-0000-0000-000000000000}"/>
          </ac:spMkLst>
        </pc:spChg>
        <pc:spChg chg="mod">
          <ac:chgData name="jyotirmay mishra" userId="ab22842debdd0526" providerId="LiveId" clId="{86336BC5-DBB0-4370-99E7-1786DECA4078}" dt="2026-02-17T13:09:25.985" v="1916" actId="108"/>
          <ac:spMkLst>
            <pc:docMk/>
            <pc:sldMk cId="0" sldId="272"/>
            <ac:spMk id="47" creationId="{00000000-0000-0000-0000-000000000000}"/>
          </ac:spMkLst>
        </pc:spChg>
      </pc:sldChg>
      <pc:sldChg chg="delSp modSp mod">
        <pc:chgData name="jyotirmay mishra" userId="ab22842debdd0526" providerId="LiveId" clId="{86336BC5-DBB0-4370-99E7-1786DECA4078}" dt="2026-02-17T13:11:02.819" v="1930" actId="108"/>
        <pc:sldMkLst>
          <pc:docMk/>
          <pc:sldMk cId="0" sldId="274"/>
        </pc:sldMkLst>
        <pc:spChg chg="mod">
          <ac:chgData name="jyotirmay mishra" userId="ab22842debdd0526" providerId="LiveId" clId="{86336BC5-DBB0-4370-99E7-1786DECA4078}" dt="2026-02-17T13:06:49.260" v="1894" actId="255"/>
          <ac:spMkLst>
            <pc:docMk/>
            <pc:sldMk cId="0" sldId="274"/>
            <ac:spMk id="17" creationId="{00000000-0000-0000-0000-000000000000}"/>
          </ac:spMkLst>
        </pc:spChg>
        <pc:spChg chg="mod">
          <ac:chgData name="jyotirmay mishra" userId="ab22842debdd0526" providerId="LiveId" clId="{86336BC5-DBB0-4370-99E7-1786DECA4078}" dt="2026-02-17T13:10:56.554" v="1928" actId="108"/>
          <ac:spMkLst>
            <pc:docMk/>
            <pc:sldMk cId="0" sldId="274"/>
            <ac:spMk id="18" creationId="{00000000-0000-0000-0000-000000000000}"/>
          </ac:spMkLst>
        </pc:spChg>
        <pc:spChg chg="mod">
          <ac:chgData name="jyotirmay mishra" userId="ab22842debdd0526" providerId="LiveId" clId="{86336BC5-DBB0-4370-99E7-1786DECA4078}" dt="2026-02-17T13:06:56.996" v="1896" actId="108"/>
          <ac:spMkLst>
            <pc:docMk/>
            <pc:sldMk cId="0" sldId="274"/>
            <ac:spMk id="21" creationId="{00000000-0000-0000-0000-000000000000}"/>
          </ac:spMkLst>
        </pc:spChg>
        <pc:spChg chg="mod">
          <ac:chgData name="jyotirmay mishra" userId="ab22842debdd0526" providerId="LiveId" clId="{86336BC5-DBB0-4370-99E7-1786DECA4078}" dt="2026-02-17T13:11:00.199" v="1929" actId="108"/>
          <ac:spMkLst>
            <pc:docMk/>
            <pc:sldMk cId="0" sldId="274"/>
            <ac:spMk id="22" creationId="{00000000-0000-0000-0000-000000000000}"/>
          </ac:spMkLst>
        </pc:spChg>
        <pc:spChg chg="mod">
          <ac:chgData name="jyotirmay mishra" userId="ab22842debdd0526" providerId="LiveId" clId="{86336BC5-DBB0-4370-99E7-1786DECA4078}" dt="2026-02-17T13:06:59.349" v="1897" actId="108"/>
          <ac:spMkLst>
            <pc:docMk/>
            <pc:sldMk cId="0" sldId="274"/>
            <ac:spMk id="25" creationId="{00000000-0000-0000-0000-000000000000}"/>
          </ac:spMkLst>
        </pc:spChg>
        <pc:spChg chg="mod">
          <ac:chgData name="jyotirmay mishra" userId="ab22842debdd0526" providerId="LiveId" clId="{86336BC5-DBB0-4370-99E7-1786DECA4078}" dt="2026-02-17T13:11:02.819" v="1930" actId="108"/>
          <ac:spMkLst>
            <pc:docMk/>
            <pc:sldMk cId="0" sldId="274"/>
            <ac:spMk id="26" creationId="{00000000-0000-0000-0000-000000000000}"/>
          </ac:spMkLst>
        </pc:spChg>
        <pc:spChg chg="mod">
          <ac:chgData name="jyotirmay mishra" userId="ab22842debdd0526" providerId="LiveId" clId="{86336BC5-DBB0-4370-99E7-1786DECA4078}" dt="2026-02-17T13:07:29.223" v="1902" actId="255"/>
          <ac:spMkLst>
            <pc:docMk/>
            <pc:sldMk cId="0" sldId="274"/>
            <ac:spMk id="30" creationId="{00000000-0000-0000-0000-000000000000}"/>
          </ac:spMkLst>
        </pc:spChg>
      </pc:sldChg>
      <pc:sldChg chg="modSp del mod">
        <pc:chgData name="jyotirmay mishra" userId="ab22842debdd0526" providerId="LiveId" clId="{86336BC5-DBB0-4370-99E7-1786DECA4078}" dt="2026-02-19T14:10:09.132" v="2001" actId="2696"/>
        <pc:sldMkLst>
          <pc:docMk/>
          <pc:sldMk cId="0" sldId="276"/>
        </pc:sldMkLst>
      </pc:sldChg>
      <pc:sldChg chg="addSp delSp modSp add mod ord">
        <pc:chgData name="jyotirmay mishra" userId="ab22842debdd0526" providerId="LiveId" clId="{86336BC5-DBB0-4370-99E7-1786DECA4078}" dt="2026-02-17T11:48:53.525" v="1396" actId="108"/>
        <pc:sldMkLst>
          <pc:docMk/>
          <pc:sldMk cId="1203092703" sldId="283"/>
        </pc:sldMkLst>
        <pc:spChg chg="mod">
          <ac:chgData name="jyotirmay mishra" userId="ab22842debdd0526" providerId="LiveId" clId="{86336BC5-DBB0-4370-99E7-1786DECA4078}" dt="2026-02-09T16:22:36.121" v="185"/>
          <ac:spMkLst>
            <pc:docMk/>
            <pc:sldMk cId="1203092703" sldId="283"/>
            <ac:spMk id="2" creationId="{00000000-0000-0000-0000-000000000000}"/>
          </ac:spMkLst>
        </pc:spChg>
        <pc:spChg chg="mod">
          <ac:chgData name="jyotirmay mishra" userId="ab22842debdd0526" providerId="LiveId" clId="{86336BC5-DBB0-4370-99E7-1786DECA4078}" dt="2026-02-09T16:22:36.121" v="185"/>
          <ac:spMkLst>
            <pc:docMk/>
            <pc:sldMk cId="1203092703" sldId="283"/>
            <ac:spMk id="3" creationId="{00000000-0000-0000-0000-000000000000}"/>
          </ac:spMkLst>
        </pc:spChg>
        <pc:spChg chg="add mod">
          <ac:chgData name="jyotirmay mishra" userId="ab22842debdd0526" providerId="LiveId" clId="{86336BC5-DBB0-4370-99E7-1786DECA4078}" dt="2026-02-09T16:26:39.864" v="236" actId="1076"/>
          <ac:spMkLst>
            <pc:docMk/>
            <pc:sldMk cId="1203092703" sldId="283"/>
            <ac:spMk id="5" creationId="{00000000-0000-0000-0000-000000000000}"/>
          </ac:spMkLst>
        </pc:spChg>
        <pc:spChg chg="add mod">
          <ac:chgData name="jyotirmay mishra" userId="ab22842debdd0526" providerId="LiveId" clId="{86336BC5-DBB0-4370-99E7-1786DECA4078}" dt="2026-02-09T16:34:00.705" v="272" actId="1076"/>
          <ac:spMkLst>
            <pc:docMk/>
            <pc:sldMk cId="1203092703" sldId="283"/>
            <ac:spMk id="6" creationId="{D14975FE-F4B4-9525-84C1-E623CBC18BCB}"/>
          </ac:spMkLst>
        </pc:spChg>
        <pc:spChg chg="mod">
          <ac:chgData name="jyotirmay mishra" userId="ab22842debdd0526" providerId="LiveId" clId="{86336BC5-DBB0-4370-99E7-1786DECA4078}" dt="2026-02-09T16:22:36.121" v="185"/>
          <ac:spMkLst>
            <pc:docMk/>
            <pc:sldMk cId="1203092703" sldId="283"/>
            <ac:spMk id="9" creationId="{00000000-0000-0000-0000-000000000000}"/>
          </ac:spMkLst>
        </pc:spChg>
        <pc:spChg chg="mod">
          <ac:chgData name="jyotirmay mishra" userId="ab22842debdd0526" providerId="LiveId" clId="{86336BC5-DBB0-4370-99E7-1786DECA4078}" dt="2026-02-09T16:22:36.121" v="185"/>
          <ac:spMkLst>
            <pc:docMk/>
            <pc:sldMk cId="1203092703" sldId="283"/>
            <ac:spMk id="10" creationId="{00000000-0000-0000-0000-000000000000}"/>
          </ac:spMkLst>
        </pc:spChg>
        <pc:spChg chg="mod">
          <ac:chgData name="jyotirmay mishra" userId="ab22842debdd0526" providerId="LiveId" clId="{86336BC5-DBB0-4370-99E7-1786DECA4078}" dt="2026-02-17T11:47:32.691" v="1386" actId="20577"/>
          <ac:spMkLst>
            <pc:docMk/>
            <pc:sldMk cId="1203092703" sldId="283"/>
            <ac:spMk id="12" creationId="{00000000-0000-0000-0000-000000000000}"/>
          </ac:spMkLst>
        </pc:spChg>
        <pc:spChg chg="add mod">
          <ac:chgData name="jyotirmay mishra" userId="ab22842debdd0526" providerId="LiveId" clId="{86336BC5-DBB0-4370-99E7-1786DECA4078}" dt="2026-02-17T10:23:12.889" v="844" actId="255"/>
          <ac:spMkLst>
            <pc:docMk/>
            <pc:sldMk cId="1203092703" sldId="283"/>
            <ac:spMk id="13" creationId="{CB6F9810-EE90-8065-7A83-3D95C6BF8512}"/>
          </ac:spMkLst>
        </pc:spChg>
        <pc:spChg chg="add mod">
          <ac:chgData name="jyotirmay mishra" userId="ab22842debdd0526" providerId="LiveId" clId="{86336BC5-DBB0-4370-99E7-1786DECA4078}" dt="2026-02-09T16:34:50.468" v="276" actId="1076"/>
          <ac:spMkLst>
            <pc:docMk/>
            <pc:sldMk cId="1203092703" sldId="283"/>
            <ac:spMk id="14" creationId="{6A18C8A8-2125-EBC0-7497-FE59210A1BA8}"/>
          </ac:spMkLst>
        </pc:spChg>
        <pc:spChg chg="add mod">
          <ac:chgData name="jyotirmay mishra" userId="ab22842debdd0526" providerId="LiveId" clId="{86336BC5-DBB0-4370-99E7-1786DECA4078}" dt="2026-02-09T16:35:19.255" v="279" actId="14100"/>
          <ac:spMkLst>
            <pc:docMk/>
            <pc:sldMk cId="1203092703" sldId="283"/>
            <ac:spMk id="18" creationId="{B5CAFB29-E835-9D26-BC5E-5E6C31D5A34D}"/>
          </ac:spMkLst>
        </pc:spChg>
        <pc:spChg chg="mod">
          <ac:chgData name="jyotirmay mishra" userId="ab22842debdd0526" providerId="LiveId" clId="{86336BC5-DBB0-4370-99E7-1786DECA4078}" dt="2026-02-09T16:22:36.121" v="185"/>
          <ac:spMkLst>
            <pc:docMk/>
            <pc:sldMk cId="1203092703" sldId="283"/>
            <ac:spMk id="19" creationId="{00000000-0000-0000-0000-000000000000}"/>
          </ac:spMkLst>
        </pc:spChg>
        <pc:spChg chg="mod">
          <ac:chgData name="jyotirmay mishra" userId="ab22842debdd0526" providerId="LiveId" clId="{86336BC5-DBB0-4370-99E7-1786DECA4078}" dt="2026-02-09T16:27:49.120" v="245" actId="20577"/>
          <ac:spMkLst>
            <pc:docMk/>
            <pc:sldMk cId="1203092703" sldId="283"/>
            <ac:spMk id="20" creationId="{00000000-0000-0000-0000-000000000000}"/>
          </ac:spMkLst>
        </pc:spChg>
        <pc:spChg chg="mod">
          <ac:chgData name="jyotirmay mishra" userId="ab22842debdd0526" providerId="LiveId" clId="{86336BC5-DBB0-4370-99E7-1786DECA4078}" dt="2026-02-17T11:48:53.525" v="1396" actId="108"/>
          <ac:spMkLst>
            <pc:docMk/>
            <pc:sldMk cId="1203092703" sldId="283"/>
            <ac:spMk id="22" creationId="{00000000-0000-0000-0000-000000000000}"/>
          </ac:spMkLst>
        </pc:spChg>
        <pc:spChg chg="mod">
          <ac:chgData name="jyotirmay mishra" userId="ab22842debdd0526" providerId="LiveId" clId="{86336BC5-DBB0-4370-99E7-1786DECA4078}" dt="2026-02-09T16:22:36.121" v="185"/>
          <ac:spMkLst>
            <pc:docMk/>
            <pc:sldMk cId="1203092703" sldId="283"/>
            <ac:spMk id="23" creationId="{88D25EC1-0778-775D-23FD-37EFE7AF224F}"/>
          </ac:spMkLst>
        </pc:spChg>
        <pc:grpChg chg="add del mod">
          <ac:chgData name="jyotirmay mishra" userId="ab22842debdd0526" providerId="LiveId" clId="{86336BC5-DBB0-4370-99E7-1786DECA4078}" dt="2026-02-17T11:44:48.867" v="1346" actId="1076"/>
          <ac:grpSpMkLst>
            <pc:docMk/>
            <pc:sldMk cId="1203092703" sldId="283"/>
            <ac:grpSpMk id="4" creationId="{8D6CFC69-27B5-5A3A-EF35-B1F9AC961A45}"/>
          </ac:grpSpMkLst>
        </pc:grpChg>
      </pc:sldChg>
      <pc:sldChg chg="addSp modSp new mod">
        <pc:chgData name="jyotirmay mishra" userId="ab22842debdd0526" providerId="LiveId" clId="{86336BC5-DBB0-4370-99E7-1786DECA4078}" dt="2026-02-20T06:29:42.615" v="2006" actId="1076"/>
        <pc:sldMkLst>
          <pc:docMk/>
          <pc:sldMk cId="3841619609" sldId="284"/>
        </pc:sldMkLst>
        <pc:spChg chg="add mod">
          <ac:chgData name="jyotirmay mishra" userId="ab22842debdd0526" providerId="LiveId" clId="{86336BC5-DBB0-4370-99E7-1786DECA4078}" dt="2026-02-17T13:05:44.346" v="1889" actId="14100"/>
          <ac:spMkLst>
            <pc:docMk/>
            <pc:sldMk cId="3841619609" sldId="284"/>
            <ac:spMk id="3" creationId="{73C945E4-55D9-F45D-04C3-9602803D299C}"/>
          </ac:spMkLst>
        </pc:spChg>
        <pc:spChg chg="add mod">
          <ac:chgData name="jyotirmay mishra" userId="ab22842debdd0526" providerId="LiveId" clId="{86336BC5-DBB0-4370-99E7-1786DECA4078}" dt="2026-02-09T17:02:18.462" v="382" actId="1076"/>
          <ac:spMkLst>
            <pc:docMk/>
            <pc:sldMk cId="3841619609" sldId="284"/>
            <ac:spMk id="4" creationId="{8D824FBB-6AD0-2130-E0E8-F7610556A5F4}"/>
          </ac:spMkLst>
        </pc:spChg>
        <pc:spChg chg="add mod">
          <ac:chgData name="jyotirmay mishra" userId="ab22842debdd0526" providerId="LiveId" clId="{86336BC5-DBB0-4370-99E7-1786DECA4078}" dt="2026-02-09T17:01:22.824" v="375" actId="1076"/>
          <ac:spMkLst>
            <pc:docMk/>
            <pc:sldMk cId="3841619609" sldId="284"/>
            <ac:spMk id="5" creationId="{B2AF90FC-20BA-0414-BE89-4A674E04CA4F}"/>
          </ac:spMkLst>
        </pc:spChg>
        <pc:spChg chg="add mod">
          <ac:chgData name="jyotirmay mishra" userId="ab22842debdd0526" providerId="LiveId" clId="{86336BC5-DBB0-4370-99E7-1786DECA4078}" dt="2026-02-09T17:01:15.671" v="374" actId="1076"/>
          <ac:spMkLst>
            <pc:docMk/>
            <pc:sldMk cId="3841619609" sldId="284"/>
            <ac:spMk id="7" creationId="{9D67F042-C69C-6CE3-75AF-06E73C2348A4}"/>
          </ac:spMkLst>
        </pc:spChg>
        <pc:picChg chg="add mod">
          <ac:chgData name="jyotirmay mishra" userId="ab22842debdd0526" providerId="LiveId" clId="{86336BC5-DBB0-4370-99E7-1786DECA4078}" dt="2026-02-20T06:29:42.615" v="2006" actId="1076"/>
          <ac:picMkLst>
            <pc:docMk/>
            <pc:sldMk cId="3841619609" sldId="284"/>
            <ac:picMk id="9" creationId="{9646B9BA-9888-7F86-372E-4C3BDCC1866E}"/>
          </ac:picMkLst>
        </pc:picChg>
      </pc:sldChg>
      <pc:sldChg chg="addSp delSp modSp new mod modClrScheme chgLayout">
        <pc:chgData name="jyotirmay mishra" userId="ab22842debdd0526" providerId="LiveId" clId="{86336BC5-DBB0-4370-99E7-1786DECA4078}" dt="2026-02-17T13:12:57.976" v="1944" actId="113"/>
        <pc:sldMkLst>
          <pc:docMk/>
          <pc:sldMk cId="3830041213" sldId="285"/>
        </pc:sldMkLst>
        <pc:spChg chg="add mod">
          <ac:chgData name="jyotirmay mishra" userId="ab22842debdd0526" providerId="LiveId" clId="{86336BC5-DBB0-4370-99E7-1786DECA4078}" dt="2026-02-17T13:12:57.976" v="1944" actId="113"/>
          <ac:spMkLst>
            <pc:docMk/>
            <pc:sldMk cId="3830041213" sldId="285"/>
            <ac:spMk id="2" creationId="{7B494976-1377-62A8-EC98-88D06AC2B753}"/>
          </ac:spMkLst>
        </pc:spChg>
        <pc:spChg chg="add mod">
          <ac:chgData name="jyotirmay mishra" userId="ab22842debdd0526" providerId="LiveId" clId="{86336BC5-DBB0-4370-99E7-1786DECA4078}" dt="2026-02-17T13:12:45.286" v="1942" actId="1076"/>
          <ac:spMkLst>
            <pc:docMk/>
            <pc:sldMk cId="3830041213" sldId="285"/>
            <ac:spMk id="3" creationId="{BFE5BC53-7B2D-FE55-1243-E25B2EBB80AF}"/>
          </ac:spMkLst>
        </pc:spChg>
        <pc:spChg chg="add mod">
          <ac:chgData name="jyotirmay mishra" userId="ab22842debdd0526" providerId="LiveId" clId="{86336BC5-DBB0-4370-99E7-1786DECA4078}" dt="2026-02-09T17:27:41.332" v="462" actId="1076"/>
          <ac:spMkLst>
            <pc:docMk/>
            <pc:sldMk cId="3830041213" sldId="285"/>
            <ac:spMk id="5" creationId="{3A4C12A5-9694-3782-A0AF-CAFFE3BCDDFA}"/>
          </ac:spMkLst>
        </pc:spChg>
        <pc:spChg chg="add mod">
          <ac:chgData name="jyotirmay mishra" userId="ab22842debdd0526" providerId="LiveId" clId="{86336BC5-DBB0-4370-99E7-1786DECA4078}" dt="2026-02-09T17:28:15.988" v="469" actId="1076"/>
          <ac:spMkLst>
            <pc:docMk/>
            <pc:sldMk cId="3830041213" sldId="285"/>
            <ac:spMk id="7" creationId="{78A93584-D0BE-BE97-CC53-48C348A412B8}"/>
          </ac:spMkLst>
        </pc:spChg>
        <pc:spChg chg="add mod">
          <ac:chgData name="jyotirmay mishra" userId="ab22842debdd0526" providerId="LiveId" clId="{86336BC5-DBB0-4370-99E7-1786DECA4078}" dt="2026-02-09T17:28:34.618" v="471" actId="1076"/>
          <ac:spMkLst>
            <pc:docMk/>
            <pc:sldMk cId="3830041213" sldId="285"/>
            <ac:spMk id="8" creationId="{F7C298F2-B1D1-3590-16B7-42CC1F02F0C5}"/>
          </ac:spMkLst>
        </pc:spChg>
        <pc:picChg chg="add mod">
          <ac:chgData name="jyotirmay mishra" userId="ab22842debdd0526" providerId="LiveId" clId="{86336BC5-DBB0-4370-99E7-1786DECA4078}" dt="2026-02-09T17:39:03.954" v="499" actId="1076"/>
          <ac:picMkLst>
            <pc:docMk/>
            <pc:sldMk cId="3830041213" sldId="285"/>
            <ac:picMk id="1030" creationId="{6DC9375E-899A-A813-F903-7E2A09ED61BF}"/>
          </ac:picMkLst>
        </pc:picChg>
      </pc:sldChg>
      <pc:sldChg chg="addSp delSp modSp new mod">
        <pc:chgData name="jyotirmay mishra" userId="ab22842debdd0526" providerId="LiveId" clId="{86336BC5-DBB0-4370-99E7-1786DECA4078}" dt="2026-02-17T11:26:09.309" v="1238" actId="108"/>
        <pc:sldMkLst>
          <pc:docMk/>
          <pc:sldMk cId="1847792752" sldId="286"/>
        </pc:sldMkLst>
        <pc:spChg chg="add mod">
          <ac:chgData name="jyotirmay mishra" userId="ab22842debdd0526" providerId="LiveId" clId="{86336BC5-DBB0-4370-99E7-1786DECA4078}" dt="2026-02-17T10:20:18.748" v="819" actId="1076"/>
          <ac:spMkLst>
            <pc:docMk/>
            <pc:sldMk cId="1847792752" sldId="286"/>
            <ac:spMk id="2" creationId="{00000000-0000-0000-0000-000000000000}"/>
          </ac:spMkLst>
        </pc:spChg>
        <pc:spChg chg="add mod">
          <ac:chgData name="jyotirmay mishra" userId="ab22842debdd0526" providerId="LiveId" clId="{86336BC5-DBB0-4370-99E7-1786DECA4078}" dt="2026-02-17T10:20:44.091" v="825" actId="14100"/>
          <ac:spMkLst>
            <pc:docMk/>
            <pc:sldMk cId="1847792752" sldId="286"/>
            <ac:spMk id="3" creationId="{00000000-0000-0000-0000-000000000000}"/>
          </ac:spMkLst>
        </pc:spChg>
        <pc:spChg chg="add del mod">
          <ac:chgData name="jyotirmay mishra" userId="ab22842debdd0526" providerId="LiveId" clId="{86336BC5-DBB0-4370-99E7-1786DECA4078}" dt="2026-02-17T10:24:38.906" v="849" actId="255"/>
          <ac:spMkLst>
            <pc:docMk/>
            <pc:sldMk cId="1847792752" sldId="286"/>
            <ac:spMk id="5" creationId="{44A3E565-FB55-1229-D6F0-9C9DCC7DB106}"/>
          </ac:spMkLst>
        </pc:spChg>
        <pc:spChg chg="add mod">
          <ac:chgData name="jyotirmay mishra" userId="ab22842debdd0526" providerId="LiveId" clId="{86336BC5-DBB0-4370-99E7-1786DECA4078}" dt="2026-02-17T10:22:21.081" v="841" actId="1076"/>
          <ac:spMkLst>
            <pc:docMk/>
            <pc:sldMk cId="1847792752" sldId="286"/>
            <ac:spMk id="6" creationId="{00000000-0000-0000-0000-000000000000}"/>
          </ac:spMkLst>
        </pc:spChg>
        <pc:spChg chg="add mod">
          <ac:chgData name="jyotirmay mishra" userId="ab22842debdd0526" providerId="LiveId" clId="{86336BC5-DBB0-4370-99E7-1786DECA4078}" dt="2026-02-17T10:31:56.105" v="920" actId="1076"/>
          <ac:spMkLst>
            <pc:docMk/>
            <pc:sldMk cId="1847792752" sldId="286"/>
            <ac:spMk id="8" creationId="{1FB5C1E2-9DAC-8846-FDEF-E8253FC86E12}"/>
          </ac:spMkLst>
        </pc:spChg>
        <pc:spChg chg="add mod">
          <ac:chgData name="jyotirmay mishra" userId="ab22842debdd0526" providerId="LiveId" clId="{86336BC5-DBB0-4370-99E7-1786DECA4078}" dt="2026-02-17T10:25:52.751" v="853"/>
          <ac:spMkLst>
            <pc:docMk/>
            <pc:sldMk cId="1847792752" sldId="286"/>
            <ac:spMk id="9" creationId="{00000000-0000-0000-0000-000000000000}"/>
          </ac:spMkLst>
        </pc:spChg>
        <pc:spChg chg="add mod">
          <ac:chgData name="jyotirmay mishra" userId="ab22842debdd0526" providerId="LiveId" clId="{86336BC5-DBB0-4370-99E7-1786DECA4078}" dt="2026-02-17T10:25:42.856" v="851"/>
          <ac:spMkLst>
            <pc:docMk/>
            <pc:sldMk cId="1847792752" sldId="286"/>
            <ac:spMk id="10" creationId="{00000000-0000-0000-0000-000000000000}"/>
          </ac:spMkLst>
        </pc:spChg>
        <pc:spChg chg="add mod">
          <ac:chgData name="jyotirmay mishra" userId="ab22842debdd0526" providerId="LiveId" clId="{86336BC5-DBB0-4370-99E7-1786DECA4078}" dt="2026-02-17T10:34:49.717" v="985" actId="20577"/>
          <ac:spMkLst>
            <pc:docMk/>
            <pc:sldMk cId="1847792752" sldId="286"/>
            <ac:spMk id="12" creationId="{1A683538-D013-00D4-D313-AE0D6370F773}"/>
          </ac:spMkLst>
        </pc:spChg>
        <pc:spChg chg="add mod">
          <ac:chgData name="jyotirmay mishra" userId="ab22842debdd0526" providerId="LiveId" clId="{86336BC5-DBB0-4370-99E7-1786DECA4078}" dt="2026-02-17T10:42:10.645" v="1003" actId="1076"/>
          <ac:spMkLst>
            <pc:docMk/>
            <pc:sldMk cId="1847792752" sldId="286"/>
            <ac:spMk id="13" creationId="{C2FBC549-6BD9-0764-11CD-86B147FD19B4}"/>
          </ac:spMkLst>
        </pc:spChg>
        <pc:spChg chg="add mod">
          <ac:chgData name="jyotirmay mishra" userId="ab22842debdd0526" providerId="LiveId" clId="{86336BC5-DBB0-4370-99E7-1786DECA4078}" dt="2026-02-17T10:27:19.990" v="860" actId="1076"/>
          <ac:spMkLst>
            <pc:docMk/>
            <pc:sldMk cId="1847792752" sldId="286"/>
            <ac:spMk id="14" creationId="{00000000-0000-0000-0000-000000000000}"/>
          </ac:spMkLst>
        </pc:spChg>
        <pc:spChg chg="add mod">
          <ac:chgData name="jyotirmay mishra" userId="ab22842debdd0526" providerId="LiveId" clId="{86336BC5-DBB0-4370-99E7-1786DECA4078}" dt="2026-02-17T10:57:41.590" v="1067"/>
          <ac:spMkLst>
            <pc:docMk/>
            <pc:sldMk cId="1847792752" sldId="286"/>
            <ac:spMk id="17" creationId="{7DE7E51E-DF85-F138-DA79-744DB9A395B1}"/>
          </ac:spMkLst>
        </pc:spChg>
        <pc:spChg chg="add mod">
          <ac:chgData name="jyotirmay mishra" userId="ab22842debdd0526" providerId="LiveId" clId="{86336BC5-DBB0-4370-99E7-1786DECA4078}" dt="2026-02-17T10:34:28.356" v="957" actId="108"/>
          <ac:spMkLst>
            <pc:docMk/>
            <pc:sldMk cId="1847792752" sldId="286"/>
            <ac:spMk id="18" creationId="{00000000-0000-0000-0000-000000000000}"/>
          </ac:spMkLst>
        </pc:spChg>
        <pc:spChg chg="add mod">
          <ac:chgData name="jyotirmay mishra" userId="ab22842debdd0526" providerId="LiveId" clId="{86336BC5-DBB0-4370-99E7-1786DECA4078}" dt="2026-02-17T11:26:09.309" v="1238" actId="108"/>
          <ac:spMkLst>
            <pc:docMk/>
            <pc:sldMk cId="1847792752" sldId="286"/>
            <ac:spMk id="21" creationId="{00000000-0000-0000-0000-000000000000}"/>
          </ac:spMkLst>
        </pc:spChg>
        <pc:spChg chg="add mod">
          <ac:chgData name="jyotirmay mishra" userId="ab22842debdd0526" providerId="LiveId" clId="{86336BC5-DBB0-4370-99E7-1786DECA4078}" dt="2026-02-17T10:35:01.483" v="986" actId="108"/>
          <ac:spMkLst>
            <pc:docMk/>
            <pc:sldMk cId="1847792752" sldId="286"/>
            <ac:spMk id="25" creationId="{00000000-0000-0000-0000-000000000000}"/>
          </ac:spMkLst>
        </pc:spChg>
        <pc:spChg chg="add mod">
          <ac:chgData name="jyotirmay mishra" userId="ab22842debdd0526" providerId="LiveId" clId="{86336BC5-DBB0-4370-99E7-1786DECA4078}" dt="2026-02-17T10:42:18.484" v="1004" actId="1076"/>
          <ac:spMkLst>
            <pc:docMk/>
            <pc:sldMk cId="1847792752" sldId="286"/>
            <ac:spMk id="28" creationId="{00000000-0000-0000-0000-000000000000}"/>
          </ac:spMkLst>
        </pc:spChg>
        <pc:spChg chg="add mod">
          <ac:chgData name="jyotirmay mishra" userId="ab22842debdd0526" providerId="LiveId" clId="{86336BC5-DBB0-4370-99E7-1786DECA4078}" dt="2026-02-17T10:44:20.623" v="1046" actId="108"/>
          <ac:spMkLst>
            <pc:docMk/>
            <pc:sldMk cId="1847792752" sldId="286"/>
            <ac:spMk id="32" creationId="{00000000-0000-0000-0000-000000000000}"/>
          </ac:spMkLst>
        </pc:spChg>
        <pc:spChg chg="add mod">
          <ac:chgData name="jyotirmay mishra" userId="ab22842debdd0526" providerId="LiveId" clId="{86336BC5-DBB0-4370-99E7-1786DECA4078}" dt="2026-02-17T10:42:47.272" v="1008" actId="1076"/>
          <ac:spMkLst>
            <pc:docMk/>
            <pc:sldMk cId="1847792752" sldId="286"/>
            <ac:spMk id="35" creationId="{00000000-0000-0000-0000-000000000000}"/>
          </ac:spMkLst>
        </pc:spChg>
        <pc:spChg chg="add mod">
          <ac:chgData name="jyotirmay mishra" userId="ab22842debdd0526" providerId="LiveId" clId="{86336BC5-DBB0-4370-99E7-1786DECA4078}" dt="2026-02-17T10:42:42.842" v="1007" actId="1076"/>
          <ac:spMkLst>
            <pc:docMk/>
            <pc:sldMk cId="1847792752" sldId="286"/>
            <ac:spMk id="52" creationId="{00000000-0000-0000-0000-000000000000}"/>
          </ac:spMkLst>
        </pc:spChg>
        <pc:picChg chg="add mod">
          <ac:chgData name="jyotirmay mishra" userId="ab22842debdd0526" providerId="LiveId" clId="{86336BC5-DBB0-4370-99E7-1786DECA4078}" dt="2026-02-17T10:50:06.018" v="1055" actId="14100"/>
          <ac:picMkLst>
            <pc:docMk/>
            <pc:sldMk cId="1847792752" sldId="286"/>
            <ac:picMk id="16" creationId="{77B7B9BE-516C-46C2-DC3C-F6272043B6B3}"/>
          </ac:picMkLst>
        </pc:picChg>
      </pc:sldChg>
      <pc:sldChg chg="addSp delSp modSp new add del mod">
        <pc:chgData name="jyotirmay mishra" userId="ab22842debdd0526" providerId="LiveId" clId="{86336BC5-DBB0-4370-99E7-1786DECA4078}" dt="2026-02-17T11:26:25.833" v="1241" actId="108"/>
        <pc:sldMkLst>
          <pc:docMk/>
          <pc:sldMk cId="929185087" sldId="287"/>
        </pc:sldMkLst>
        <pc:spChg chg="add mod">
          <ac:chgData name="jyotirmay mishra" userId="ab22842debdd0526" providerId="LiveId" clId="{86336BC5-DBB0-4370-99E7-1786DECA4078}" dt="2026-02-17T10:55:53.361" v="1058"/>
          <ac:spMkLst>
            <pc:docMk/>
            <pc:sldMk cId="929185087" sldId="287"/>
            <ac:spMk id="2" creationId="{00000000-0000-0000-0000-000000000000}"/>
          </ac:spMkLst>
        </pc:spChg>
        <pc:spChg chg="add mod">
          <ac:chgData name="jyotirmay mishra" userId="ab22842debdd0526" providerId="LiveId" clId="{86336BC5-DBB0-4370-99E7-1786DECA4078}" dt="2026-02-17T10:56:04.764" v="1060"/>
          <ac:spMkLst>
            <pc:docMk/>
            <pc:sldMk cId="929185087" sldId="287"/>
            <ac:spMk id="3" creationId="{00000000-0000-0000-0000-000000000000}"/>
          </ac:spMkLst>
        </pc:spChg>
        <pc:spChg chg="add mod">
          <ac:chgData name="jyotirmay mishra" userId="ab22842debdd0526" providerId="LiveId" clId="{86336BC5-DBB0-4370-99E7-1786DECA4078}" dt="2026-02-17T10:56:18.992" v="1062"/>
          <ac:spMkLst>
            <pc:docMk/>
            <pc:sldMk cId="929185087" sldId="287"/>
            <ac:spMk id="5" creationId="{00000000-0000-0000-0000-000000000000}"/>
          </ac:spMkLst>
        </pc:spChg>
        <pc:spChg chg="add mod">
          <ac:chgData name="jyotirmay mishra" userId="ab22842debdd0526" providerId="LiveId" clId="{86336BC5-DBB0-4370-99E7-1786DECA4078}" dt="2026-02-17T11:25:05.195" v="1230" actId="1076"/>
          <ac:spMkLst>
            <pc:docMk/>
            <pc:sldMk cId="929185087" sldId="287"/>
            <ac:spMk id="6" creationId="{00000000-0000-0000-0000-000000000000}"/>
          </ac:spMkLst>
        </pc:spChg>
        <pc:spChg chg="add mod">
          <ac:chgData name="jyotirmay mishra" userId="ab22842debdd0526" providerId="LiveId" clId="{86336BC5-DBB0-4370-99E7-1786DECA4078}" dt="2026-02-17T11:25:38.311" v="1233" actId="1076"/>
          <ac:spMkLst>
            <pc:docMk/>
            <pc:sldMk cId="929185087" sldId="287"/>
            <ac:spMk id="8" creationId="{00000000-0000-0000-0000-000000000000}"/>
          </ac:spMkLst>
        </pc:spChg>
        <pc:spChg chg="add mod">
          <ac:chgData name="jyotirmay mishra" userId="ab22842debdd0526" providerId="LiveId" clId="{86336BC5-DBB0-4370-99E7-1786DECA4078}" dt="2026-02-17T11:02:40.999" v="1094" actId="1076"/>
          <ac:spMkLst>
            <pc:docMk/>
            <pc:sldMk cId="929185087" sldId="287"/>
            <ac:spMk id="9" creationId="{00000000-0000-0000-0000-000000000000}"/>
          </ac:spMkLst>
        </pc:spChg>
        <pc:spChg chg="add mod">
          <ac:chgData name="jyotirmay mishra" userId="ab22842debdd0526" providerId="LiveId" clId="{86336BC5-DBB0-4370-99E7-1786DECA4078}" dt="2026-02-17T11:02:34.991" v="1093" actId="1076"/>
          <ac:spMkLst>
            <pc:docMk/>
            <pc:sldMk cId="929185087" sldId="287"/>
            <ac:spMk id="10" creationId="{00000000-0000-0000-0000-000000000000}"/>
          </ac:spMkLst>
        </pc:spChg>
        <pc:spChg chg="add mod">
          <ac:chgData name="jyotirmay mishra" userId="ab22842debdd0526" providerId="LiveId" clId="{86336BC5-DBB0-4370-99E7-1786DECA4078}" dt="2026-02-17T11:17:41.407" v="1204" actId="1076"/>
          <ac:spMkLst>
            <pc:docMk/>
            <pc:sldMk cId="929185087" sldId="287"/>
            <ac:spMk id="11" creationId="{00000000-0000-0000-0000-000000000000}"/>
          </ac:spMkLst>
        </pc:spChg>
        <pc:spChg chg="add mod">
          <ac:chgData name="jyotirmay mishra" userId="ab22842debdd0526" providerId="LiveId" clId="{86336BC5-DBB0-4370-99E7-1786DECA4078}" dt="2026-02-17T11:00:41.930" v="1082" actId="1076"/>
          <ac:spMkLst>
            <pc:docMk/>
            <pc:sldMk cId="929185087" sldId="287"/>
            <ac:spMk id="13" creationId="{00000000-0000-0000-0000-000000000000}"/>
          </ac:spMkLst>
        </pc:spChg>
        <pc:spChg chg="add mod">
          <ac:chgData name="jyotirmay mishra" userId="ab22842debdd0526" providerId="LiveId" clId="{86336BC5-DBB0-4370-99E7-1786DECA4078}" dt="2026-02-17T11:00:52.406" v="1083" actId="1076"/>
          <ac:spMkLst>
            <pc:docMk/>
            <pc:sldMk cId="929185087" sldId="287"/>
            <ac:spMk id="14" creationId="{00000000-0000-0000-0000-000000000000}"/>
          </ac:spMkLst>
        </pc:spChg>
        <pc:spChg chg="add mod">
          <ac:chgData name="jyotirmay mishra" userId="ab22842debdd0526" providerId="LiveId" clId="{86336BC5-DBB0-4370-99E7-1786DECA4078}" dt="2026-02-17T11:26:20.151" v="1239" actId="108"/>
          <ac:spMkLst>
            <pc:docMk/>
            <pc:sldMk cId="929185087" sldId="287"/>
            <ac:spMk id="17" creationId="{00000000-0000-0000-0000-000000000000}"/>
          </ac:spMkLst>
        </pc:spChg>
        <pc:spChg chg="add mod">
          <ac:chgData name="jyotirmay mishra" userId="ab22842debdd0526" providerId="LiveId" clId="{86336BC5-DBB0-4370-99E7-1786DECA4078}" dt="2026-02-17T11:25:54.791" v="1234" actId="108"/>
          <ac:spMkLst>
            <pc:docMk/>
            <pc:sldMk cId="929185087" sldId="287"/>
            <ac:spMk id="18" creationId="{00000000-0000-0000-0000-000000000000}"/>
          </ac:spMkLst>
        </pc:spChg>
        <pc:spChg chg="add mod">
          <ac:chgData name="jyotirmay mishra" userId="ab22842debdd0526" providerId="LiveId" clId="{86336BC5-DBB0-4370-99E7-1786DECA4078}" dt="2026-02-17T11:18:01.098" v="1211" actId="1076"/>
          <ac:spMkLst>
            <pc:docMk/>
            <pc:sldMk cId="929185087" sldId="287"/>
            <ac:spMk id="19" creationId="{00000000-0000-0000-0000-000000000000}"/>
          </ac:spMkLst>
        </pc:spChg>
        <pc:spChg chg="add mod">
          <ac:chgData name="jyotirmay mishra" userId="ab22842debdd0526" providerId="LiveId" clId="{86336BC5-DBB0-4370-99E7-1786DECA4078}" dt="2026-02-17T11:26:23.284" v="1240" actId="108"/>
          <ac:spMkLst>
            <pc:docMk/>
            <pc:sldMk cId="929185087" sldId="287"/>
            <ac:spMk id="20" creationId="{00000000-0000-0000-0000-000000000000}"/>
          </ac:spMkLst>
        </pc:spChg>
        <pc:spChg chg="add mod">
          <ac:chgData name="jyotirmay mishra" userId="ab22842debdd0526" providerId="LiveId" clId="{86336BC5-DBB0-4370-99E7-1786DECA4078}" dt="2026-02-17T11:25:57.903" v="1235" actId="108"/>
          <ac:spMkLst>
            <pc:docMk/>
            <pc:sldMk cId="929185087" sldId="287"/>
            <ac:spMk id="22" creationId="{00000000-0000-0000-0000-000000000000}"/>
          </ac:spMkLst>
        </pc:spChg>
        <pc:spChg chg="add mod">
          <ac:chgData name="jyotirmay mishra" userId="ab22842debdd0526" providerId="LiveId" clId="{86336BC5-DBB0-4370-99E7-1786DECA4078}" dt="2026-02-17T11:17:28.192" v="1202" actId="1076"/>
          <ac:spMkLst>
            <pc:docMk/>
            <pc:sldMk cId="929185087" sldId="287"/>
            <ac:spMk id="23" creationId="{00000000-0000-0000-0000-000000000000}"/>
          </ac:spMkLst>
        </pc:spChg>
        <pc:spChg chg="add mod">
          <ac:chgData name="jyotirmay mishra" userId="ab22842debdd0526" providerId="LiveId" clId="{86336BC5-DBB0-4370-99E7-1786DECA4078}" dt="2026-02-17T11:17:35.635" v="1203" actId="1076"/>
          <ac:spMkLst>
            <pc:docMk/>
            <pc:sldMk cId="929185087" sldId="287"/>
            <ac:spMk id="24" creationId="{00000000-0000-0000-0000-000000000000}"/>
          </ac:spMkLst>
        </pc:spChg>
        <pc:spChg chg="add mod">
          <ac:chgData name="jyotirmay mishra" userId="ab22842debdd0526" providerId="LiveId" clId="{86336BC5-DBB0-4370-99E7-1786DECA4078}" dt="2026-02-17T11:26:25.833" v="1241" actId="108"/>
          <ac:spMkLst>
            <pc:docMk/>
            <pc:sldMk cId="929185087" sldId="287"/>
            <ac:spMk id="25" creationId="{00000000-0000-0000-0000-000000000000}"/>
          </ac:spMkLst>
        </pc:spChg>
        <pc:spChg chg="add mod">
          <ac:chgData name="jyotirmay mishra" userId="ab22842debdd0526" providerId="LiveId" clId="{86336BC5-DBB0-4370-99E7-1786DECA4078}" dt="2026-02-17T11:26:00.648" v="1236" actId="108"/>
          <ac:spMkLst>
            <pc:docMk/>
            <pc:sldMk cId="929185087" sldId="287"/>
            <ac:spMk id="26" creationId="{00000000-0000-0000-0000-000000000000}"/>
          </ac:spMkLst>
        </pc:spChg>
        <pc:spChg chg="add mod">
          <ac:chgData name="jyotirmay mishra" userId="ab22842debdd0526" providerId="LiveId" clId="{86336BC5-DBB0-4370-99E7-1786DECA4078}" dt="2026-02-17T11:01:42.630" v="1088" actId="1076"/>
          <ac:spMkLst>
            <pc:docMk/>
            <pc:sldMk cId="929185087" sldId="287"/>
            <ac:spMk id="27" creationId="{00000000-0000-0000-0000-000000000000}"/>
          </ac:spMkLst>
        </pc:spChg>
        <pc:spChg chg="add mod">
          <ac:chgData name="jyotirmay mishra" userId="ab22842debdd0526" providerId="LiveId" clId="{86336BC5-DBB0-4370-99E7-1786DECA4078}" dt="2026-02-17T11:17:13.393" v="1200" actId="1076"/>
          <ac:spMkLst>
            <pc:docMk/>
            <pc:sldMk cId="929185087" sldId="287"/>
            <ac:spMk id="28" creationId="{00000000-0000-0000-0000-000000000000}"/>
          </ac:spMkLst>
        </pc:spChg>
        <pc:spChg chg="add mod">
          <ac:chgData name="jyotirmay mishra" userId="ab22842debdd0526" providerId="LiveId" clId="{86336BC5-DBB0-4370-99E7-1786DECA4078}" dt="2026-02-17T11:09:17.928" v="1136" actId="115"/>
          <ac:spMkLst>
            <pc:docMk/>
            <pc:sldMk cId="929185087" sldId="287"/>
            <ac:spMk id="29" creationId="{00000000-0000-0000-0000-000000000000}"/>
          </ac:spMkLst>
        </pc:spChg>
        <pc:spChg chg="add mod">
          <ac:chgData name="jyotirmay mishra" userId="ab22842debdd0526" providerId="LiveId" clId="{86336BC5-DBB0-4370-99E7-1786DECA4078}" dt="2026-02-17T11:08:34.126" v="1129" actId="1076"/>
          <ac:spMkLst>
            <pc:docMk/>
            <pc:sldMk cId="929185087" sldId="287"/>
            <ac:spMk id="30" creationId="{00000000-0000-0000-0000-000000000000}"/>
          </ac:spMkLst>
        </pc:spChg>
        <pc:spChg chg="add mod">
          <ac:chgData name="jyotirmay mishra" userId="ab22842debdd0526" providerId="LiveId" clId="{86336BC5-DBB0-4370-99E7-1786DECA4078}" dt="2026-02-17T11:08:38.605" v="1130" actId="1076"/>
          <ac:spMkLst>
            <pc:docMk/>
            <pc:sldMk cId="929185087" sldId="287"/>
            <ac:spMk id="31" creationId="{00000000-0000-0000-0000-000000000000}"/>
          </ac:spMkLst>
        </pc:spChg>
        <pc:spChg chg="add mod">
          <ac:chgData name="jyotirmay mishra" userId="ab22842debdd0526" providerId="LiveId" clId="{86336BC5-DBB0-4370-99E7-1786DECA4078}" dt="2026-02-17T11:08:26.855" v="1128" actId="1076"/>
          <ac:spMkLst>
            <pc:docMk/>
            <pc:sldMk cId="929185087" sldId="287"/>
            <ac:spMk id="32" creationId="{00000000-0000-0000-0000-000000000000}"/>
          </ac:spMkLst>
        </pc:spChg>
        <pc:spChg chg="add mod">
          <ac:chgData name="jyotirmay mishra" userId="ab22842debdd0526" providerId="LiveId" clId="{86336BC5-DBB0-4370-99E7-1786DECA4078}" dt="2026-02-17T11:08:53.115" v="1131" actId="1076"/>
          <ac:spMkLst>
            <pc:docMk/>
            <pc:sldMk cId="929185087" sldId="287"/>
            <ac:spMk id="33" creationId="{00000000-0000-0000-0000-000000000000}"/>
          </ac:spMkLst>
        </pc:spChg>
        <pc:spChg chg="add mod">
          <ac:chgData name="jyotirmay mishra" userId="ab22842debdd0526" providerId="LiveId" clId="{86336BC5-DBB0-4370-99E7-1786DECA4078}" dt="2026-02-17T11:08:21.989" v="1127" actId="1076"/>
          <ac:spMkLst>
            <pc:docMk/>
            <pc:sldMk cId="929185087" sldId="287"/>
            <ac:spMk id="34" creationId="{00000000-0000-0000-0000-000000000000}"/>
          </ac:spMkLst>
        </pc:spChg>
        <pc:spChg chg="add mod">
          <ac:chgData name="jyotirmay mishra" userId="ab22842debdd0526" providerId="LiveId" clId="{86336BC5-DBB0-4370-99E7-1786DECA4078}" dt="2026-02-17T11:08:57.548" v="1132" actId="1076"/>
          <ac:spMkLst>
            <pc:docMk/>
            <pc:sldMk cId="929185087" sldId="287"/>
            <ac:spMk id="35" creationId="{00000000-0000-0000-0000-000000000000}"/>
          </ac:spMkLst>
        </pc:spChg>
        <pc:spChg chg="add mod">
          <ac:chgData name="jyotirmay mishra" userId="ab22842debdd0526" providerId="LiveId" clId="{86336BC5-DBB0-4370-99E7-1786DECA4078}" dt="2026-02-17T11:17:22.523" v="1201" actId="1076"/>
          <ac:spMkLst>
            <pc:docMk/>
            <pc:sldMk cId="929185087" sldId="287"/>
            <ac:spMk id="36" creationId="{00000000-0000-0000-0000-000000000000}"/>
          </ac:spMkLst>
        </pc:spChg>
        <pc:spChg chg="add mod">
          <ac:chgData name="jyotirmay mishra" userId="ab22842debdd0526" providerId="LiveId" clId="{86336BC5-DBB0-4370-99E7-1786DECA4078}" dt="2026-02-17T11:25:23.750" v="1232" actId="1076"/>
          <ac:spMkLst>
            <pc:docMk/>
            <pc:sldMk cId="929185087" sldId="287"/>
            <ac:spMk id="37" creationId="{67328593-A81C-7DF7-7EB5-D828BC6B3E38}"/>
          </ac:spMkLst>
        </pc:spChg>
        <pc:picChg chg="add mod">
          <ac:chgData name="jyotirmay mishra" userId="ab22842debdd0526" providerId="LiveId" clId="{86336BC5-DBB0-4370-99E7-1786DECA4078}" dt="2026-02-17T11:18:07.045" v="1212" actId="1076"/>
          <ac:picMkLst>
            <pc:docMk/>
            <pc:sldMk cId="929185087" sldId="287"/>
            <ac:picMk id="7" creationId="{A036218A-8D4A-8793-A2C8-4467D852BDC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4791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1BDF2FC-1ACA-405D-A667-F8FCCFBDE809}" type="datetimeFigureOut">
              <a:rPr lang="en-US" smtClean="0"/>
              <a:t>20-Feb-26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307588484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1BDF2FC-1ACA-405D-A667-F8FCCFBDE809}" type="datetimeFigureOut">
              <a:rPr lang="en-US" smtClean="0"/>
              <a:t>20-Feb-26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38835426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1BDF2FC-1ACA-405D-A667-F8FCCFBDE809}" type="datetimeFigureOut">
              <a:rPr lang="en-US" smtClean="0"/>
              <a:t>20-Feb-26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151220188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1BDF2FC-1ACA-405D-A667-F8FCCFBDE809}" type="datetimeFigureOut">
              <a:rPr lang="en-US" smtClean="0"/>
              <a:t>20-Feb-26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182861410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1BDF2FC-1ACA-405D-A667-F8FCCFBDE809}" type="datetimeFigureOut">
              <a:rPr lang="en-US" smtClean="0"/>
              <a:t>20-Feb-26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6916575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1BDF2FC-1ACA-405D-A667-F8FCCFBDE809}" type="datetimeFigureOut">
              <a:rPr lang="en-US" smtClean="0"/>
              <a:t>20-Feb-26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282329120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20-Feb-26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6137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61BDF2FC-1ACA-405D-A667-F8FCCFBDE809}" type="datetimeFigureOut">
              <a:rPr lang="en-US" smtClean="0"/>
              <a:t>20-Feb-26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257311621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61BDF2FC-1ACA-405D-A667-F8FCCFBDE809}" type="datetimeFigureOut">
              <a:rPr lang="en-US" smtClean="0"/>
              <a:t>20-Feb-26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14156366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1BDF2FC-1ACA-405D-A667-F8FCCFBDE809}" type="datetimeFigureOut">
              <a:rPr lang="en-US" smtClean="0"/>
              <a:t>20-Feb-26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177555959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1BDF2FC-1ACA-405D-A667-F8FCCFBDE809}" type="datetimeFigureOut">
              <a:rPr lang="en-US" smtClean="0"/>
              <a:t>20-Feb-26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852AB2-58F9-45A4-A115-730FD18BE3E7}" type="slidenum">
              <a:rPr lang="en-US" smtClean="0"/>
              <a:t>‹#›</a:t>
            </a:fld>
            <a:endParaRPr lang="en-US"/>
          </a:p>
        </p:txBody>
      </p:sp>
    </p:spTree>
    <p:extLst>
      <p:ext uri="{BB962C8B-B14F-4D97-AF65-F5344CB8AC3E}">
        <p14:creationId xmlns:p14="http://schemas.microsoft.com/office/powerpoint/2010/main" val="121803827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129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BDF2FC-1ACA-405D-A667-F8FCCFBDE809}" type="datetimeFigureOut">
              <a:rPr lang="en-US" smtClean="0"/>
              <a:t>20-Feb-26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852AB2-58F9-45A4-A115-730FD18BE3E7}" type="slidenum">
              <a:rPr lang="en-US" smtClean="0"/>
              <a:t>‹#›</a:t>
            </a:fld>
            <a:endParaRPr lang="en-US"/>
          </a:p>
        </p:txBody>
      </p:sp>
    </p:spTree>
    <p:extLst>
      <p:ext uri="{BB962C8B-B14F-4D97-AF65-F5344CB8AC3E}">
        <p14:creationId xmlns:p14="http://schemas.microsoft.com/office/powerpoint/2010/main" val="328056213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web-img.moonshot.cn/img/brabbu.com/948224fad0e2b72b24dc6821b2ceb760abd9853d.jpg"/>
          <p:cNvPicPr>
            <a:picLocks noChangeAspect="1"/>
          </p:cNvPicPr>
          <p:nvPr/>
        </p:nvPicPr>
        <p:blipFill>
          <a:blip r:embed="rId3"/>
          <a:srcRect t="11796" b="11796"/>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F2937">
                  <a:alpha val="95000"/>
                </a:srgbClr>
              </a:gs>
              <a:gs pos="50000">
                <a:srgbClr val="1F2937">
                  <a:alpha val="85000"/>
                </a:srgbClr>
              </a:gs>
              <a:gs pos="100000">
                <a:srgbClr val="8B0000">
                  <a:alpha val="75000"/>
                </a:srgbClr>
              </a:gs>
            </a:gsLst>
            <a:lin ang="2700000" scaled="1"/>
          </a:gradFill>
          <a:ln/>
        </p:spPr>
      </p:sp>
      <p:sp>
        <p:nvSpPr>
          <p:cNvPr id="4" name="Shape 1"/>
          <p:cNvSpPr/>
          <p:nvPr/>
        </p:nvSpPr>
        <p:spPr>
          <a:xfrm>
            <a:off x="4483212" y="256516"/>
            <a:ext cx="3752850" cy="381000"/>
          </a:xfrm>
          <a:custGeom>
            <a:avLst/>
            <a:gdLst/>
            <a:ahLst/>
            <a:cxnLst/>
            <a:rect l="l" t="t" r="r" b="b"/>
            <a:pathLst>
              <a:path w="3752850" h="381000">
                <a:moveTo>
                  <a:pt x="0" y="0"/>
                </a:moveTo>
                <a:lnTo>
                  <a:pt x="3752850" y="0"/>
                </a:lnTo>
                <a:lnTo>
                  <a:pt x="3752850" y="381000"/>
                </a:lnTo>
                <a:lnTo>
                  <a:pt x="0" y="381000"/>
                </a:lnTo>
                <a:lnTo>
                  <a:pt x="0" y="0"/>
                </a:lnTo>
                <a:close/>
              </a:path>
            </a:pathLst>
          </a:custGeom>
          <a:solidFill>
            <a:srgbClr val="8B0000"/>
          </a:solidFill>
          <a:ln/>
        </p:spPr>
      </p:sp>
      <p:sp>
        <p:nvSpPr>
          <p:cNvPr id="5" name="Text 2"/>
          <p:cNvSpPr/>
          <p:nvPr/>
        </p:nvSpPr>
        <p:spPr>
          <a:xfrm>
            <a:off x="4764186" y="256516"/>
            <a:ext cx="3829050" cy="381000"/>
          </a:xfrm>
          <a:prstGeom prst="rect">
            <a:avLst/>
          </a:prstGeom>
          <a:noFill/>
          <a:ln/>
        </p:spPr>
        <p:txBody>
          <a:bodyPr wrap="square" lIns="190500" tIns="76200" rIns="190500" bIns="76200" rtlCol="0" anchor="ctr"/>
          <a:lstStyle/>
          <a:p>
            <a:pPr>
              <a:lnSpc>
                <a:spcPct val="130000"/>
              </a:lnSpc>
            </a:pPr>
            <a:r>
              <a:rPr lang="en-US" sz="1200" b="1" kern="0" spc="240" dirty="0">
                <a:solidFill>
                  <a:srgbClr val="F9FAFB"/>
                </a:solidFill>
                <a:latin typeface="Sorts Mill Goudy" pitchFamily="34" charset="0"/>
                <a:ea typeface="Sorts Mill Goudy" pitchFamily="34" charset="-122"/>
                <a:cs typeface="Sorts Mill Goudy" pitchFamily="34" charset="-120"/>
              </a:rPr>
              <a:t>Strategic Business Analysis</a:t>
            </a:r>
            <a:endParaRPr lang="en-US" sz="1600" dirty="0"/>
          </a:p>
        </p:txBody>
      </p:sp>
      <p:sp>
        <p:nvSpPr>
          <p:cNvPr id="6" name="Text 3"/>
          <p:cNvSpPr/>
          <p:nvPr/>
        </p:nvSpPr>
        <p:spPr>
          <a:xfrm>
            <a:off x="381000" y="978505"/>
            <a:ext cx="8077200" cy="2654806"/>
          </a:xfrm>
          <a:prstGeom prst="rect">
            <a:avLst/>
          </a:prstGeom>
          <a:noFill/>
          <a:ln/>
        </p:spPr>
        <p:txBody>
          <a:bodyPr wrap="square" lIns="0" tIns="0" rIns="0" bIns="0" rtlCol="0" anchor="ctr"/>
          <a:lstStyle/>
          <a:p>
            <a:pPr>
              <a:lnSpc>
                <a:spcPct val="80000"/>
              </a:lnSpc>
            </a:pPr>
            <a:r>
              <a:rPr lang="en-US" sz="7200" b="1" dirty="0">
                <a:solidFill>
                  <a:srgbClr val="F9FAFB"/>
                </a:solidFill>
                <a:latin typeface="Sorts Mill Goudy" pitchFamily="34" charset="0"/>
                <a:ea typeface="Sorts Mill Goudy" pitchFamily="34" charset="-122"/>
                <a:cs typeface="Sorts Mill Goudy" pitchFamily="34" charset="-120"/>
              </a:rPr>
              <a:t>Zomato</a:t>
            </a:r>
            <a:endParaRPr lang="en-US" sz="7200" dirty="0"/>
          </a:p>
          <a:p>
            <a:pPr>
              <a:lnSpc>
                <a:spcPct val="80000"/>
              </a:lnSpc>
            </a:pPr>
            <a:r>
              <a:rPr lang="en-US" sz="7200" b="1" dirty="0">
                <a:solidFill>
                  <a:srgbClr val="F9FAFB"/>
                </a:solidFill>
                <a:latin typeface="Sorts Mill Goudy" pitchFamily="34" charset="0"/>
                <a:ea typeface="Sorts Mill Goudy" pitchFamily="34" charset="-122"/>
                <a:cs typeface="Sorts Mill Goudy" pitchFamily="34" charset="-120"/>
              </a:rPr>
              <a:t>Restaurant</a:t>
            </a:r>
            <a:endParaRPr lang="en-US" sz="7200" dirty="0"/>
          </a:p>
          <a:p>
            <a:pPr>
              <a:lnSpc>
                <a:spcPct val="80000"/>
              </a:lnSpc>
            </a:pPr>
            <a:r>
              <a:rPr lang="en-US" sz="7200" b="1" dirty="0">
                <a:solidFill>
                  <a:srgbClr val="F9FAFB"/>
                </a:solidFill>
                <a:latin typeface="Sorts Mill Goudy" pitchFamily="34" charset="0"/>
                <a:ea typeface="Sorts Mill Goudy" pitchFamily="34" charset="-122"/>
                <a:cs typeface="Sorts Mill Goudy" pitchFamily="34" charset="-120"/>
              </a:rPr>
              <a:t>Analysis</a:t>
            </a:r>
            <a:endParaRPr lang="en-US" sz="7200" dirty="0"/>
          </a:p>
        </p:txBody>
      </p:sp>
      <p:sp>
        <p:nvSpPr>
          <p:cNvPr id="7" name="Shape 4"/>
          <p:cNvSpPr/>
          <p:nvPr/>
        </p:nvSpPr>
        <p:spPr>
          <a:xfrm>
            <a:off x="381000" y="4159080"/>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8B0000"/>
          </a:solidFill>
          <a:ln/>
        </p:spPr>
      </p:sp>
      <p:sp>
        <p:nvSpPr>
          <p:cNvPr id="8" name="Text 5"/>
          <p:cNvSpPr/>
          <p:nvPr/>
        </p:nvSpPr>
        <p:spPr>
          <a:xfrm>
            <a:off x="381000" y="4296251"/>
            <a:ext cx="7762875" cy="933450"/>
          </a:xfrm>
          <a:prstGeom prst="rect">
            <a:avLst/>
          </a:prstGeom>
          <a:noFill/>
          <a:ln/>
        </p:spPr>
        <p:txBody>
          <a:bodyPr wrap="square" lIns="0" tIns="0" rIns="0" bIns="0" rtlCol="0" anchor="ctr"/>
          <a:lstStyle/>
          <a:p>
            <a:pPr>
              <a:lnSpc>
                <a:spcPct val="140000"/>
              </a:lnSpc>
            </a:pPr>
            <a:r>
              <a:rPr lang="en-US" sz="2250" dirty="0">
                <a:solidFill>
                  <a:srgbClr val="F9FAFB">
                    <a:alpha val="90000"/>
                  </a:srgbClr>
                </a:solidFill>
                <a:latin typeface="Sorts Mill Goudy" pitchFamily="34" charset="0"/>
                <a:ea typeface="Sorts Mill Goudy" pitchFamily="34" charset="-122"/>
                <a:cs typeface="Sorts Mill Goudy" pitchFamily="34" charset="-120"/>
              </a:rPr>
              <a:t> Global Restaurant Expansion Recommendations</a:t>
            </a:r>
            <a:endParaRPr lang="en-US" sz="1600" dirty="0"/>
          </a:p>
        </p:txBody>
      </p:sp>
      <p:sp>
        <p:nvSpPr>
          <p:cNvPr id="9" name="Shape 6"/>
          <p:cNvSpPr/>
          <p:nvPr/>
        </p:nvSpPr>
        <p:spPr>
          <a:xfrm>
            <a:off x="381000" y="5682139"/>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8B0000"/>
          </a:solidFill>
          <a:ln/>
        </p:spPr>
      </p:sp>
      <p:sp>
        <p:nvSpPr>
          <p:cNvPr id="10" name="Shape 7"/>
          <p:cNvSpPr/>
          <p:nvPr/>
        </p:nvSpPr>
        <p:spPr>
          <a:xfrm>
            <a:off x="639366" y="5920264"/>
            <a:ext cx="250031" cy="285750"/>
          </a:xfrm>
          <a:custGeom>
            <a:avLst/>
            <a:gdLst/>
            <a:ahLst/>
            <a:cxnLst/>
            <a:rect l="l" t="t" r="r" b="b"/>
            <a:pathLst>
              <a:path w="250031" h="285750">
                <a:moveTo>
                  <a:pt x="125016" y="138410"/>
                </a:moveTo>
                <a:cubicBezTo>
                  <a:pt x="161979" y="138410"/>
                  <a:pt x="191988" y="108401"/>
                  <a:pt x="191988" y="71438"/>
                </a:cubicBezTo>
                <a:cubicBezTo>
                  <a:pt x="191988" y="34474"/>
                  <a:pt x="161979" y="4465"/>
                  <a:pt x="125016" y="4465"/>
                </a:cubicBezTo>
                <a:cubicBezTo>
                  <a:pt x="88052" y="4465"/>
                  <a:pt x="58043" y="34474"/>
                  <a:pt x="58043" y="71438"/>
                </a:cubicBezTo>
                <a:cubicBezTo>
                  <a:pt x="58043" y="108401"/>
                  <a:pt x="88052" y="138410"/>
                  <a:pt x="125016" y="138410"/>
                </a:cubicBezTo>
                <a:close/>
                <a:moveTo>
                  <a:pt x="108440" y="169664"/>
                </a:moveTo>
                <a:cubicBezTo>
                  <a:pt x="53467" y="169664"/>
                  <a:pt x="8930" y="214201"/>
                  <a:pt x="8930" y="269174"/>
                </a:cubicBezTo>
                <a:cubicBezTo>
                  <a:pt x="8930" y="278327"/>
                  <a:pt x="16352" y="285750"/>
                  <a:pt x="25505" y="285750"/>
                </a:cubicBezTo>
                <a:lnTo>
                  <a:pt x="224526" y="285750"/>
                </a:lnTo>
                <a:cubicBezTo>
                  <a:pt x="233679" y="285750"/>
                  <a:pt x="241102" y="278327"/>
                  <a:pt x="241102" y="269174"/>
                </a:cubicBezTo>
                <a:cubicBezTo>
                  <a:pt x="241102" y="214201"/>
                  <a:pt x="196565" y="169664"/>
                  <a:pt x="141591" y="169664"/>
                </a:cubicBezTo>
                <a:lnTo>
                  <a:pt x="108440" y="169664"/>
                </a:lnTo>
                <a:close/>
              </a:path>
            </a:pathLst>
          </a:custGeom>
          <a:solidFill>
            <a:srgbClr val="F9FAFB"/>
          </a:solidFill>
          <a:ln/>
        </p:spPr>
      </p:sp>
      <p:sp>
        <p:nvSpPr>
          <p:cNvPr id="11" name="Text 8"/>
          <p:cNvSpPr/>
          <p:nvPr/>
        </p:nvSpPr>
        <p:spPr>
          <a:xfrm>
            <a:off x="1371600" y="5777389"/>
            <a:ext cx="2085975"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Vaibhav Mishra</a:t>
            </a:r>
            <a:endParaRPr lang="en-US" sz="1600" dirty="0"/>
          </a:p>
        </p:txBody>
      </p:sp>
      <p:sp>
        <p:nvSpPr>
          <p:cNvPr id="12" name="Text 9"/>
          <p:cNvSpPr/>
          <p:nvPr/>
        </p:nvSpPr>
        <p:spPr>
          <a:xfrm>
            <a:off x="1371600" y="6082070"/>
            <a:ext cx="2057400" cy="266700"/>
          </a:xfrm>
          <a:prstGeom prst="rect">
            <a:avLst/>
          </a:prstGeom>
          <a:noFill/>
          <a:ln/>
        </p:spPr>
        <p:txBody>
          <a:bodyPr wrap="square" lIns="0" tIns="0" rIns="0" bIns="0" rtlCol="0" anchor="ctr"/>
          <a:lstStyle/>
          <a:p>
            <a:pPr>
              <a:lnSpc>
                <a:spcPct val="130000"/>
              </a:lnSpc>
            </a:pPr>
            <a:r>
              <a:rPr lang="en-US" sz="1500" dirty="0">
                <a:solidFill>
                  <a:srgbClr val="F9FAFB">
                    <a:alpha val="70000"/>
                  </a:srgbClr>
                </a:solidFill>
                <a:latin typeface="Sorts Mill Goudy" pitchFamily="34" charset="0"/>
                <a:ea typeface="Sorts Mill Goudy" pitchFamily="34" charset="-122"/>
                <a:cs typeface="Sorts Mill Goudy" pitchFamily="34" charset="-120"/>
              </a:rPr>
              <a:t>Data Analytics </a:t>
            </a:r>
            <a:endParaRPr lang="en-US" sz="15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1000" y="43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3" name="Text 1"/>
          <p:cNvSpPr/>
          <p:nvPr/>
        </p:nvSpPr>
        <p:spPr>
          <a:xfrm>
            <a:off x="548283" y="552450"/>
            <a:ext cx="314325"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01</a:t>
            </a:r>
            <a:endParaRPr lang="en-US" sz="1600" dirty="0"/>
          </a:p>
        </p:txBody>
      </p:sp>
      <p:sp>
        <p:nvSpPr>
          <p:cNvPr id="4" name="Text 2"/>
          <p:cNvSpPr/>
          <p:nvPr/>
        </p:nvSpPr>
        <p:spPr>
          <a:xfrm>
            <a:off x="1066800" y="306050"/>
            <a:ext cx="3838575" cy="190500"/>
          </a:xfrm>
          <a:prstGeom prst="rect">
            <a:avLst/>
          </a:prstGeom>
          <a:noFill/>
          <a:ln/>
        </p:spPr>
        <p:txBody>
          <a:bodyPr wrap="square" lIns="0" tIns="0" rIns="0" bIns="0" rtlCol="0" anchor="ctr"/>
          <a:lstStyle/>
          <a:p>
            <a:pPr>
              <a:lnSpc>
                <a:spcPct val="120000"/>
              </a:lnSpc>
            </a:pPr>
            <a:r>
              <a:rPr lang="en-US" sz="1050" b="1" kern="0" spc="158" dirty="0">
                <a:solidFill>
                  <a:srgbClr val="8B0000"/>
                </a:solidFill>
                <a:latin typeface="Sorts Mill Goudy" pitchFamily="34" charset="0"/>
                <a:ea typeface="Sorts Mill Goudy" pitchFamily="34" charset="-122"/>
                <a:cs typeface="Sorts Mill Goudy" pitchFamily="34" charset="-120"/>
              </a:rPr>
              <a:t>The Challenge</a:t>
            </a:r>
            <a:endParaRPr lang="en-US" sz="1600" dirty="0"/>
          </a:p>
        </p:txBody>
      </p:sp>
      <p:sp>
        <p:nvSpPr>
          <p:cNvPr id="5" name="Text 3"/>
          <p:cNvSpPr/>
          <p:nvPr/>
        </p:nvSpPr>
        <p:spPr>
          <a:xfrm>
            <a:off x="1066800" y="571500"/>
            <a:ext cx="4000500"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Problem Statement</a:t>
            </a:r>
            <a:endParaRPr lang="en-US" sz="1600" dirty="0"/>
          </a:p>
        </p:txBody>
      </p:sp>
      <p:sp>
        <p:nvSpPr>
          <p:cNvPr id="6" name="Shape 4"/>
          <p:cNvSpPr/>
          <p:nvPr/>
        </p:nvSpPr>
        <p:spPr>
          <a:xfrm>
            <a:off x="381000" y="11430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7" name="Shape 5"/>
          <p:cNvSpPr/>
          <p:nvPr/>
        </p:nvSpPr>
        <p:spPr>
          <a:xfrm>
            <a:off x="400050" y="1514594"/>
            <a:ext cx="38100" cy="1562100"/>
          </a:xfrm>
          <a:custGeom>
            <a:avLst/>
            <a:gdLst/>
            <a:ahLst/>
            <a:cxnLst/>
            <a:rect l="l" t="t" r="r" b="b"/>
            <a:pathLst>
              <a:path w="38100" h="1562100">
                <a:moveTo>
                  <a:pt x="0" y="0"/>
                </a:moveTo>
                <a:lnTo>
                  <a:pt x="38100" y="0"/>
                </a:lnTo>
                <a:lnTo>
                  <a:pt x="38100" y="1562100"/>
                </a:lnTo>
                <a:lnTo>
                  <a:pt x="0" y="1562100"/>
                </a:lnTo>
                <a:lnTo>
                  <a:pt x="0" y="0"/>
                </a:lnTo>
                <a:close/>
              </a:path>
            </a:pathLst>
          </a:custGeom>
          <a:solidFill>
            <a:srgbClr val="8B0000"/>
          </a:solidFill>
          <a:ln/>
        </p:spPr>
      </p:sp>
      <p:sp>
        <p:nvSpPr>
          <p:cNvPr id="8" name="Shape 6"/>
          <p:cNvSpPr/>
          <p:nvPr/>
        </p:nvSpPr>
        <p:spPr>
          <a:xfrm>
            <a:off x="676275" y="1704975"/>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8B0000"/>
          </a:solidFill>
          <a:ln/>
        </p:spPr>
      </p:sp>
      <p:sp>
        <p:nvSpPr>
          <p:cNvPr id="9" name="Text 7"/>
          <p:cNvSpPr/>
          <p:nvPr/>
        </p:nvSpPr>
        <p:spPr>
          <a:xfrm>
            <a:off x="933450" y="1666994"/>
            <a:ext cx="51625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Core Objective</a:t>
            </a:r>
            <a:endParaRPr lang="en-US" sz="1600" dirty="0"/>
          </a:p>
        </p:txBody>
      </p:sp>
      <p:sp>
        <p:nvSpPr>
          <p:cNvPr id="10" name="Text 8"/>
          <p:cNvSpPr/>
          <p:nvPr/>
        </p:nvSpPr>
        <p:spPr>
          <a:xfrm>
            <a:off x="647700" y="2085975"/>
            <a:ext cx="5419725" cy="83820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As a consultant data analyst hired by Zomato, the primary challenge is to develop comprehensive, data-driven strategies and actionable suggestions for opening new restaurants in strategic global markets.</a:t>
            </a:r>
          </a:p>
        </p:txBody>
      </p:sp>
      <p:sp>
        <p:nvSpPr>
          <p:cNvPr id="11" name="Shape 9"/>
          <p:cNvSpPr/>
          <p:nvPr/>
        </p:nvSpPr>
        <p:spPr>
          <a:xfrm>
            <a:off x="400050" y="3302794"/>
            <a:ext cx="38100" cy="1562100"/>
          </a:xfrm>
          <a:custGeom>
            <a:avLst/>
            <a:gdLst/>
            <a:ahLst/>
            <a:cxnLst/>
            <a:rect l="l" t="t" r="r" b="b"/>
            <a:pathLst>
              <a:path w="38100" h="1562100">
                <a:moveTo>
                  <a:pt x="0" y="0"/>
                </a:moveTo>
                <a:lnTo>
                  <a:pt x="38100" y="0"/>
                </a:lnTo>
                <a:lnTo>
                  <a:pt x="38100" y="1562100"/>
                </a:lnTo>
                <a:lnTo>
                  <a:pt x="0" y="1562100"/>
                </a:lnTo>
                <a:lnTo>
                  <a:pt x="0" y="0"/>
                </a:lnTo>
                <a:close/>
              </a:path>
            </a:pathLst>
          </a:custGeom>
          <a:solidFill>
            <a:srgbClr val="8B0000"/>
          </a:solidFill>
          <a:ln/>
        </p:spPr>
      </p:sp>
      <p:sp>
        <p:nvSpPr>
          <p:cNvPr id="12" name="Shape 10"/>
          <p:cNvSpPr/>
          <p:nvPr/>
        </p:nvSpPr>
        <p:spPr>
          <a:xfrm>
            <a:off x="676275" y="3493175"/>
            <a:ext cx="228600" cy="228600"/>
          </a:xfrm>
          <a:custGeom>
            <a:avLst/>
            <a:gdLst/>
            <a:ahLst/>
            <a:cxnLst/>
            <a:rect l="l" t="t" r="r" b="b"/>
            <a:pathLst>
              <a:path w="228600" h="228600">
                <a:moveTo>
                  <a:pt x="185738" y="92869"/>
                </a:moveTo>
                <a:cubicBezTo>
                  <a:pt x="185738" y="113362"/>
                  <a:pt x="179085" y="132293"/>
                  <a:pt x="167878" y="147652"/>
                </a:cubicBezTo>
                <a:lnTo>
                  <a:pt x="224403" y="204222"/>
                </a:lnTo>
                <a:cubicBezTo>
                  <a:pt x="229984" y="209803"/>
                  <a:pt x="229984" y="218867"/>
                  <a:pt x="224403" y="224448"/>
                </a:cubicBezTo>
                <a:cubicBezTo>
                  <a:pt x="218822" y="230029"/>
                  <a:pt x="209758" y="230029"/>
                  <a:pt x="204177" y="224448"/>
                </a:cubicBezTo>
                <a:lnTo>
                  <a:pt x="147652" y="167878"/>
                </a:lnTo>
                <a:cubicBezTo>
                  <a:pt x="132293" y="179085"/>
                  <a:pt x="113362" y="185738"/>
                  <a:pt x="92869" y="185738"/>
                </a:cubicBezTo>
                <a:cubicBezTo>
                  <a:pt x="41568" y="185738"/>
                  <a:pt x="0" y="144170"/>
                  <a:pt x="0" y="92869"/>
                </a:cubicBezTo>
                <a:cubicBezTo>
                  <a:pt x="0" y="41568"/>
                  <a:pt x="41568" y="0"/>
                  <a:pt x="92869" y="0"/>
                </a:cubicBezTo>
                <a:cubicBezTo>
                  <a:pt x="144170" y="0"/>
                  <a:pt x="185738" y="41568"/>
                  <a:pt x="185738" y="92869"/>
                </a:cubicBezTo>
                <a:close/>
                <a:moveTo>
                  <a:pt x="92869" y="157163"/>
                </a:moveTo>
                <a:cubicBezTo>
                  <a:pt x="128353" y="157163"/>
                  <a:pt x="157163" y="128353"/>
                  <a:pt x="157163" y="92869"/>
                </a:cubicBezTo>
                <a:cubicBezTo>
                  <a:pt x="157163" y="57384"/>
                  <a:pt x="128353" y="28575"/>
                  <a:pt x="92869" y="28575"/>
                </a:cubicBezTo>
                <a:cubicBezTo>
                  <a:pt x="57384" y="28575"/>
                  <a:pt x="28575" y="57384"/>
                  <a:pt x="28575" y="92869"/>
                </a:cubicBezTo>
                <a:cubicBezTo>
                  <a:pt x="28575" y="128353"/>
                  <a:pt x="57384" y="157163"/>
                  <a:pt x="92869" y="157163"/>
                </a:cubicBezTo>
                <a:close/>
              </a:path>
            </a:pathLst>
          </a:custGeom>
          <a:solidFill>
            <a:srgbClr val="8B0000"/>
          </a:solidFill>
          <a:ln/>
        </p:spPr>
      </p:sp>
      <p:sp>
        <p:nvSpPr>
          <p:cNvPr id="13" name="Text 11"/>
          <p:cNvSpPr/>
          <p:nvPr/>
        </p:nvSpPr>
        <p:spPr>
          <a:xfrm>
            <a:off x="933450" y="3455194"/>
            <a:ext cx="51625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Strategic Imperative</a:t>
            </a:r>
            <a:endParaRPr lang="en-US" sz="1600" dirty="0"/>
          </a:p>
        </p:txBody>
      </p:sp>
      <p:sp>
        <p:nvSpPr>
          <p:cNvPr id="14" name="Text 12"/>
          <p:cNvSpPr/>
          <p:nvPr/>
        </p:nvSpPr>
        <p:spPr>
          <a:xfrm>
            <a:off x="647700" y="3874175"/>
            <a:ext cx="5419725" cy="83820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The management team seeks expansion opportunities in markets with optimal competition levels, strong customer demand, and significant profitability potential.</a:t>
            </a:r>
          </a:p>
        </p:txBody>
      </p:sp>
      <p:sp>
        <p:nvSpPr>
          <p:cNvPr id="15" name="Shape 13"/>
          <p:cNvSpPr/>
          <p:nvPr/>
        </p:nvSpPr>
        <p:spPr>
          <a:xfrm>
            <a:off x="400050" y="5090994"/>
            <a:ext cx="38100" cy="1276350"/>
          </a:xfrm>
          <a:custGeom>
            <a:avLst/>
            <a:gdLst/>
            <a:ahLst/>
            <a:cxnLst/>
            <a:rect l="l" t="t" r="r" b="b"/>
            <a:pathLst>
              <a:path w="38100" h="1276350">
                <a:moveTo>
                  <a:pt x="0" y="0"/>
                </a:moveTo>
                <a:lnTo>
                  <a:pt x="38100" y="0"/>
                </a:lnTo>
                <a:lnTo>
                  <a:pt x="38100" y="1276350"/>
                </a:lnTo>
                <a:lnTo>
                  <a:pt x="0" y="1276350"/>
                </a:lnTo>
                <a:lnTo>
                  <a:pt x="0" y="0"/>
                </a:lnTo>
                <a:close/>
              </a:path>
            </a:pathLst>
          </a:custGeom>
          <a:solidFill>
            <a:srgbClr val="8B0000"/>
          </a:solidFill>
          <a:ln/>
        </p:spPr>
      </p:sp>
      <p:sp>
        <p:nvSpPr>
          <p:cNvPr id="16" name="Shape 14"/>
          <p:cNvSpPr/>
          <p:nvPr/>
        </p:nvSpPr>
        <p:spPr>
          <a:xfrm>
            <a:off x="690563" y="5281374"/>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8B0000"/>
          </a:solidFill>
          <a:ln/>
        </p:spPr>
      </p:sp>
      <p:sp>
        <p:nvSpPr>
          <p:cNvPr id="17" name="Text 15"/>
          <p:cNvSpPr/>
          <p:nvPr/>
        </p:nvSpPr>
        <p:spPr>
          <a:xfrm>
            <a:off x="933450" y="5243394"/>
            <a:ext cx="51625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Analytical Foundation</a:t>
            </a:r>
            <a:endParaRPr lang="en-US" sz="1600" dirty="0"/>
          </a:p>
        </p:txBody>
      </p:sp>
      <p:sp>
        <p:nvSpPr>
          <p:cNvPr id="18" name="Text 16"/>
          <p:cNvSpPr/>
          <p:nvPr/>
        </p:nvSpPr>
        <p:spPr>
          <a:xfrm>
            <a:off x="647700" y="5662374"/>
            <a:ext cx="5419725" cy="561975"/>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This analysis examines </a:t>
            </a:r>
            <a:r>
              <a:rPr lang="en-US" sz="1300" b="1" dirty="0">
                <a:solidFill>
                  <a:srgbClr val="8B0000"/>
                </a:solidFill>
                <a:highlight>
                  <a:srgbClr val="8B0000">
                    <a:alpha val="10000"/>
                  </a:srgbClr>
                </a:highlight>
                <a:latin typeface="Sorts Mill Goudy" pitchFamily="34" charset="0"/>
                <a:ea typeface="Sorts Mill Goudy" pitchFamily="34" charset="-122"/>
                <a:cs typeface="Sorts Mill Goudy" pitchFamily="34" charset="-120"/>
              </a:rPr>
              <a:t>9,551 restaurants </a:t>
            </a:r>
            <a:r>
              <a:rPr lang="en-US" sz="1300" dirty="0">
                <a:solidFill>
                  <a:srgbClr val="1F2937"/>
                </a:solidFill>
                <a:latin typeface="Sorts Mill Goudy" pitchFamily="34" charset="0"/>
              </a:rPr>
              <a:t>across multiple countries to identify high-opportunity markets</a:t>
            </a:r>
            <a:r>
              <a:rPr lang="en-US" sz="1350" dirty="0">
                <a:solidFill>
                  <a:srgbClr val="1F2937"/>
                </a:solidFill>
                <a:latin typeface="Sorts Mill Goudy" pitchFamily="34" charset="0"/>
                <a:ea typeface="Sorts Mill Goudy" pitchFamily="34" charset="-122"/>
                <a:cs typeface="Sorts Mill Goudy" pitchFamily="34" charset="-120"/>
              </a:rPr>
              <a:t>.</a:t>
            </a:r>
            <a:endParaRPr lang="en-US" sz="1600" dirty="0"/>
          </a:p>
        </p:txBody>
      </p:sp>
      <p:sp>
        <p:nvSpPr>
          <p:cNvPr id="20" name="Text 18"/>
          <p:cNvSpPr/>
          <p:nvPr/>
        </p:nvSpPr>
        <p:spPr>
          <a:xfrm>
            <a:off x="6434138" y="1585971"/>
            <a:ext cx="1884696" cy="466607"/>
          </a:xfrm>
          <a:prstGeom prst="rect">
            <a:avLst/>
          </a:prstGeom>
          <a:noFill/>
          <a:ln/>
        </p:spPr>
        <p:txBody>
          <a:bodyPr wrap="square" lIns="0" tIns="0" rIns="0" bIns="0" rtlCol="0" anchor="ctr"/>
          <a:lstStyle/>
          <a:p>
            <a:pPr algn="ctr">
              <a:lnSpc>
                <a:spcPct val="110000"/>
              </a:lnSpc>
            </a:pPr>
            <a:r>
              <a:rPr lang="en-US" b="1" dirty="0">
                <a:solidFill>
                  <a:srgbClr val="1F2937"/>
                </a:solidFill>
                <a:latin typeface="Sorts Mill Goudy" pitchFamily="34" charset="0"/>
              </a:rPr>
              <a:t>Objectives</a:t>
            </a:r>
            <a:endParaRPr lang="en-US" sz="1600" dirty="0"/>
          </a:p>
        </p:txBody>
      </p:sp>
      <p:sp>
        <p:nvSpPr>
          <p:cNvPr id="21" name="Shape 19"/>
          <p:cNvSpPr/>
          <p:nvPr/>
        </p:nvSpPr>
        <p:spPr>
          <a:xfrm>
            <a:off x="6454379" y="2190626"/>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B0000"/>
          </a:solidFill>
          <a:ln/>
        </p:spPr>
      </p:sp>
      <p:sp>
        <p:nvSpPr>
          <p:cNvPr id="22" name="Shape 20"/>
          <p:cNvSpPr/>
          <p:nvPr/>
        </p:nvSpPr>
        <p:spPr>
          <a:xfrm>
            <a:off x="6584156" y="2271653"/>
            <a:ext cx="128588" cy="171450"/>
          </a:xfrm>
          <a:custGeom>
            <a:avLst/>
            <a:gdLst/>
            <a:ahLst/>
            <a:cxnLst/>
            <a:rect l="l" t="t" r="r" b="b"/>
            <a:pathLst>
              <a:path w="128588" h="171450">
                <a:moveTo>
                  <a:pt x="0" y="63155"/>
                </a:moveTo>
                <a:cubicBezTo>
                  <a:pt x="0" y="28262"/>
                  <a:pt x="28798" y="0"/>
                  <a:pt x="64294" y="0"/>
                </a:cubicBezTo>
                <a:cubicBezTo>
                  <a:pt x="99789" y="0"/>
                  <a:pt x="128588" y="28262"/>
                  <a:pt x="128588" y="63155"/>
                </a:cubicBezTo>
                <a:cubicBezTo>
                  <a:pt x="128588" y="103104"/>
                  <a:pt x="88337" y="150990"/>
                  <a:pt x="71527" y="169240"/>
                </a:cubicBezTo>
                <a:cubicBezTo>
                  <a:pt x="67575" y="173526"/>
                  <a:pt x="60979" y="173526"/>
                  <a:pt x="57027" y="169240"/>
                </a:cubicBezTo>
                <a:cubicBezTo>
                  <a:pt x="40217" y="150990"/>
                  <a:pt x="-33" y="103104"/>
                  <a:pt x="-33" y="63155"/>
                </a:cubicBezTo>
                <a:close/>
                <a:moveTo>
                  <a:pt x="64294" y="85725"/>
                </a:moveTo>
                <a:cubicBezTo>
                  <a:pt x="76122" y="85725"/>
                  <a:pt x="85725" y="76122"/>
                  <a:pt x="85725" y="64294"/>
                </a:cubicBezTo>
                <a:cubicBezTo>
                  <a:pt x="85725" y="52466"/>
                  <a:pt x="76122" y="42863"/>
                  <a:pt x="64294" y="42863"/>
                </a:cubicBezTo>
                <a:cubicBezTo>
                  <a:pt x="52466" y="42863"/>
                  <a:pt x="42863" y="52466"/>
                  <a:pt x="42863" y="64294"/>
                </a:cubicBezTo>
                <a:cubicBezTo>
                  <a:pt x="42863" y="76122"/>
                  <a:pt x="52466" y="85725"/>
                  <a:pt x="64294" y="85725"/>
                </a:cubicBezTo>
                <a:close/>
              </a:path>
            </a:pathLst>
          </a:custGeom>
          <a:solidFill>
            <a:srgbClr val="F9FAFB"/>
          </a:solidFill>
          <a:ln/>
        </p:spPr>
      </p:sp>
      <p:sp>
        <p:nvSpPr>
          <p:cNvPr id="23" name="Text 21"/>
          <p:cNvSpPr/>
          <p:nvPr/>
        </p:nvSpPr>
        <p:spPr>
          <a:xfrm>
            <a:off x="6958013" y="2216509"/>
            <a:ext cx="4705350"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Where to Expand?</a:t>
            </a:r>
          </a:p>
        </p:txBody>
      </p:sp>
      <p:sp>
        <p:nvSpPr>
          <p:cNvPr id="24" name="Text 22"/>
          <p:cNvSpPr/>
          <p:nvPr/>
        </p:nvSpPr>
        <p:spPr>
          <a:xfrm>
            <a:off x="6958013" y="2571626"/>
            <a:ext cx="4695825" cy="45720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Identify countries and cities with low competition and high demand potential</a:t>
            </a:r>
          </a:p>
        </p:txBody>
      </p:sp>
      <p:sp>
        <p:nvSpPr>
          <p:cNvPr id="25" name="Shape 23"/>
          <p:cNvSpPr/>
          <p:nvPr/>
        </p:nvSpPr>
        <p:spPr>
          <a:xfrm>
            <a:off x="6393656" y="328880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B0000"/>
          </a:solidFill>
          <a:ln/>
        </p:spPr>
      </p:sp>
      <p:sp>
        <p:nvSpPr>
          <p:cNvPr id="26" name="Shape 24"/>
          <p:cNvSpPr/>
          <p:nvPr/>
        </p:nvSpPr>
        <p:spPr>
          <a:xfrm>
            <a:off x="6505575" y="3362203"/>
            <a:ext cx="171450" cy="171450"/>
          </a:xfrm>
          <a:custGeom>
            <a:avLst/>
            <a:gdLst/>
            <a:ahLst/>
            <a:cxnLst/>
            <a:rect l="l" t="t" r="r" b="b"/>
            <a:pathLst>
              <a:path w="171450" h="171450">
                <a:moveTo>
                  <a:pt x="21398" y="4822"/>
                </a:moveTo>
                <a:cubicBezTo>
                  <a:pt x="21130" y="2076"/>
                  <a:pt x="18819" y="0"/>
                  <a:pt x="16073" y="0"/>
                </a:cubicBezTo>
                <a:cubicBezTo>
                  <a:pt x="13328" y="0"/>
                  <a:pt x="11017" y="2076"/>
                  <a:pt x="10716" y="4789"/>
                </a:cubicBezTo>
                <a:lnTo>
                  <a:pt x="5994" y="50129"/>
                </a:lnTo>
                <a:cubicBezTo>
                  <a:pt x="5559" y="52138"/>
                  <a:pt x="5358" y="54181"/>
                  <a:pt x="5358" y="56224"/>
                </a:cubicBezTo>
                <a:cubicBezTo>
                  <a:pt x="5358" y="71594"/>
                  <a:pt x="17112" y="84218"/>
                  <a:pt x="32147" y="85591"/>
                </a:cubicBezTo>
                <a:lnTo>
                  <a:pt x="32147" y="160734"/>
                </a:lnTo>
                <a:cubicBezTo>
                  <a:pt x="32147" y="166661"/>
                  <a:pt x="36935" y="171450"/>
                  <a:pt x="42863" y="171450"/>
                </a:cubicBezTo>
                <a:cubicBezTo>
                  <a:pt x="48790" y="171450"/>
                  <a:pt x="53578" y="166661"/>
                  <a:pt x="53578" y="160734"/>
                </a:cubicBezTo>
                <a:lnTo>
                  <a:pt x="53578" y="85591"/>
                </a:lnTo>
                <a:cubicBezTo>
                  <a:pt x="68613" y="84218"/>
                  <a:pt x="80367" y="71594"/>
                  <a:pt x="80367" y="56224"/>
                </a:cubicBezTo>
                <a:cubicBezTo>
                  <a:pt x="80367" y="54181"/>
                  <a:pt x="80166" y="52138"/>
                  <a:pt x="79731" y="50129"/>
                </a:cubicBezTo>
                <a:lnTo>
                  <a:pt x="74976" y="4789"/>
                </a:lnTo>
                <a:cubicBezTo>
                  <a:pt x="74708" y="2076"/>
                  <a:pt x="72397" y="0"/>
                  <a:pt x="69652" y="0"/>
                </a:cubicBezTo>
                <a:cubicBezTo>
                  <a:pt x="66906" y="0"/>
                  <a:pt x="64595" y="2076"/>
                  <a:pt x="64327" y="4822"/>
                </a:cubicBezTo>
                <a:lnTo>
                  <a:pt x="59773" y="50196"/>
                </a:lnTo>
                <a:cubicBezTo>
                  <a:pt x="59572" y="52105"/>
                  <a:pt x="57965" y="53578"/>
                  <a:pt x="56056" y="53578"/>
                </a:cubicBezTo>
                <a:cubicBezTo>
                  <a:pt x="54114" y="53578"/>
                  <a:pt x="52507" y="52105"/>
                  <a:pt x="52306" y="50163"/>
                </a:cubicBezTo>
                <a:lnTo>
                  <a:pt x="48187" y="4889"/>
                </a:lnTo>
                <a:cubicBezTo>
                  <a:pt x="47952" y="2110"/>
                  <a:pt x="45642" y="0"/>
                  <a:pt x="42863" y="0"/>
                </a:cubicBezTo>
                <a:cubicBezTo>
                  <a:pt x="40083" y="0"/>
                  <a:pt x="37773" y="2110"/>
                  <a:pt x="37538" y="4889"/>
                </a:cubicBezTo>
                <a:lnTo>
                  <a:pt x="33419" y="50163"/>
                </a:lnTo>
                <a:cubicBezTo>
                  <a:pt x="33252" y="52105"/>
                  <a:pt x="31611" y="53578"/>
                  <a:pt x="29669" y="53578"/>
                </a:cubicBezTo>
                <a:cubicBezTo>
                  <a:pt x="27727" y="53578"/>
                  <a:pt x="26119" y="52105"/>
                  <a:pt x="25952" y="50196"/>
                </a:cubicBezTo>
                <a:lnTo>
                  <a:pt x="21398" y="4822"/>
                </a:lnTo>
                <a:close/>
                <a:moveTo>
                  <a:pt x="150019" y="0"/>
                </a:moveTo>
                <a:cubicBezTo>
                  <a:pt x="144661" y="0"/>
                  <a:pt x="107156" y="10716"/>
                  <a:pt x="107156" y="58936"/>
                </a:cubicBezTo>
                <a:lnTo>
                  <a:pt x="107156" y="96441"/>
                </a:lnTo>
                <a:cubicBezTo>
                  <a:pt x="107156" y="108261"/>
                  <a:pt x="116767" y="117872"/>
                  <a:pt x="128588" y="117872"/>
                </a:cubicBezTo>
                <a:lnTo>
                  <a:pt x="139303" y="117872"/>
                </a:lnTo>
                <a:lnTo>
                  <a:pt x="139303" y="160734"/>
                </a:lnTo>
                <a:cubicBezTo>
                  <a:pt x="139303" y="166661"/>
                  <a:pt x="144092" y="171450"/>
                  <a:pt x="150019" y="171450"/>
                </a:cubicBezTo>
                <a:cubicBezTo>
                  <a:pt x="155946" y="171450"/>
                  <a:pt x="160734" y="166661"/>
                  <a:pt x="160734" y="160734"/>
                </a:cubicBezTo>
                <a:lnTo>
                  <a:pt x="160734" y="10716"/>
                </a:lnTo>
                <a:cubicBezTo>
                  <a:pt x="160734" y="4789"/>
                  <a:pt x="155946" y="0"/>
                  <a:pt x="150019" y="0"/>
                </a:cubicBezTo>
                <a:close/>
              </a:path>
            </a:pathLst>
          </a:custGeom>
          <a:solidFill>
            <a:srgbClr val="F9FAFB"/>
          </a:solidFill>
          <a:ln/>
        </p:spPr>
      </p:sp>
      <p:sp>
        <p:nvSpPr>
          <p:cNvPr id="27" name="Text 25"/>
          <p:cNvSpPr/>
          <p:nvPr/>
        </p:nvSpPr>
        <p:spPr>
          <a:xfrm>
            <a:off x="6933568" y="3275477"/>
            <a:ext cx="4610100"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What to Offer?</a:t>
            </a:r>
          </a:p>
        </p:txBody>
      </p:sp>
      <p:sp>
        <p:nvSpPr>
          <p:cNvPr id="28" name="Text 26"/>
          <p:cNvSpPr/>
          <p:nvPr/>
        </p:nvSpPr>
        <p:spPr>
          <a:xfrm>
            <a:off x="6943093" y="3747336"/>
            <a:ext cx="4600575" cy="22860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Determine optimal cuisine types and service offerings for each market</a:t>
            </a:r>
          </a:p>
        </p:txBody>
      </p:sp>
      <p:sp>
        <p:nvSpPr>
          <p:cNvPr id="29" name="Shape 27"/>
          <p:cNvSpPr/>
          <p:nvPr/>
        </p:nvSpPr>
        <p:spPr>
          <a:xfrm>
            <a:off x="6434138" y="4324231"/>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B0000"/>
          </a:solidFill>
          <a:ln/>
        </p:spPr>
      </p:sp>
      <p:sp>
        <p:nvSpPr>
          <p:cNvPr id="30" name="Shape 28"/>
          <p:cNvSpPr/>
          <p:nvPr/>
        </p:nvSpPr>
        <p:spPr>
          <a:xfrm>
            <a:off x="6573441" y="4429006"/>
            <a:ext cx="107156" cy="171450"/>
          </a:xfrm>
          <a:custGeom>
            <a:avLst/>
            <a:gdLst/>
            <a:ahLst/>
            <a:cxnLst/>
            <a:rect l="l" t="t" r="r" b="b"/>
            <a:pathLst>
              <a:path w="107156" h="171450">
                <a:moveTo>
                  <a:pt x="45541" y="8037"/>
                </a:moveTo>
                <a:cubicBezTo>
                  <a:pt x="45541" y="3583"/>
                  <a:pt x="49124" y="0"/>
                  <a:pt x="53578" y="0"/>
                </a:cubicBezTo>
                <a:cubicBezTo>
                  <a:pt x="58032" y="0"/>
                  <a:pt x="61615" y="3583"/>
                  <a:pt x="61615" y="8037"/>
                </a:cubicBezTo>
                <a:lnTo>
                  <a:pt x="61615" y="21431"/>
                </a:lnTo>
                <a:lnTo>
                  <a:pt x="80367" y="21431"/>
                </a:lnTo>
                <a:cubicBezTo>
                  <a:pt x="86294" y="21431"/>
                  <a:pt x="91083" y="26220"/>
                  <a:pt x="91083" y="32147"/>
                </a:cubicBezTo>
                <a:cubicBezTo>
                  <a:pt x="91083" y="38074"/>
                  <a:pt x="86294" y="42863"/>
                  <a:pt x="80367" y="42863"/>
                </a:cubicBezTo>
                <a:lnTo>
                  <a:pt x="41891" y="42863"/>
                </a:lnTo>
                <a:cubicBezTo>
                  <a:pt x="33553" y="42863"/>
                  <a:pt x="26789" y="49627"/>
                  <a:pt x="26789" y="57965"/>
                </a:cubicBezTo>
                <a:cubicBezTo>
                  <a:pt x="26789" y="65499"/>
                  <a:pt x="32314" y="71862"/>
                  <a:pt x="39748" y="72933"/>
                </a:cubicBezTo>
                <a:lnTo>
                  <a:pt x="70422" y="77320"/>
                </a:lnTo>
                <a:cubicBezTo>
                  <a:pt x="88437" y="79898"/>
                  <a:pt x="101798" y="95302"/>
                  <a:pt x="101798" y="113485"/>
                </a:cubicBezTo>
                <a:cubicBezTo>
                  <a:pt x="101798" y="133677"/>
                  <a:pt x="85424" y="150019"/>
                  <a:pt x="65265" y="150019"/>
                </a:cubicBezTo>
                <a:lnTo>
                  <a:pt x="61615" y="150019"/>
                </a:lnTo>
                <a:lnTo>
                  <a:pt x="61615" y="163413"/>
                </a:lnTo>
                <a:cubicBezTo>
                  <a:pt x="61615" y="167867"/>
                  <a:pt x="58032" y="171450"/>
                  <a:pt x="53578" y="171450"/>
                </a:cubicBezTo>
                <a:cubicBezTo>
                  <a:pt x="49124" y="171450"/>
                  <a:pt x="45541" y="167867"/>
                  <a:pt x="45541" y="163413"/>
                </a:cubicBezTo>
                <a:lnTo>
                  <a:pt x="45541" y="150019"/>
                </a:lnTo>
                <a:lnTo>
                  <a:pt x="21431" y="150019"/>
                </a:lnTo>
                <a:cubicBezTo>
                  <a:pt x="15504" y="150019"/>
                  <a:pt x="10716" y="145230"/>
                  <a:pt x="10716" y="139303"/>
                </a:cubicBezTo>
                <a:cubicBezTo>
                  <a:pt x="10716" y="133376"/>
                  <a:pt x="15504" y="128588"/>
                  <a:pt x="21431" y="128588"/>
                </a:cubicBezTo>
                <a:lnTo>
                  <a:pt x="65265" y="128588"/>
                </a:lnTo>
                <a:cubicBezTo>
                  <a:pt x="73603" y="128588"/>
                  <a:pt x="80367" y="121823"/>
                  <a:pt x="80367" y="113485"/>
                </a:cubicBezTo>
                <a:cubicBezTo>
                  <a:pt x="80367" y="105951"/>
                  <a:pt x="74842" y="99588"/>
                  <a:pt x="67408" y="98517"/>
                </a:cubicBezTo>
                <a:lnTo>
                  <a:pt x="36735" y="94130"/>
                </a:lnTo>
                <a:cubicBezTo>
                  <a:pt x="18719" y="91585"/>
                  <a:pt x="5358" y="76148"/>
                  <a:pt x="5358" y="57965"/>
                </a:cubicBezTo>
                <a:cubicBezTo>
                  <a:pt x="5358" y="37806"/>
                  <a:pt x="21733" y="21431"/>
                  <a:pt x="41891" y="21431"/>
                </a:cubicBezTo>
                <a:lnTo>
                  <a:pt x="45541" y="21431"/>
                </a:lnTo>
                <a:lnTo>
                  <a:pt x="45541" y="8037"/>
                </a:lnTo>
                <a:close/>
              </a:path>
            </a:pathLst>
          </a:custGeom>
          <a:solidFill>
            <a:srgbClr val="F9FAFB"/>
          </a:solidFill>
          <a:ln/>
        </p:spPr>
      </p:sp>
      <p:sp>
        <p:nvSpPr>
          <p:cNvPr id="31" name="Text 29"/>
          <p:cNvSpPr/>
          <p:nvPr/>
        </p:nvSpPr>
        <p:spPr>
          <a:xfrm>
            <a:off x="6967538" y="4286131"/>
            <a:ext cx="4705350"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How to Price?</a:t>
            </a:r>
          </a:p>
        </p:txBody>
      </p:sp>
      <p:sp>
        <p:nvSpPr>
          <p:cNvPr id="32" name="Text 30"/>
          <p:cNvSpPr/>
          <p:nvPr/>
        </p:nvSpPr>
        <p:spPr>
          <a:xfrm>
            <a:off x="6967538" y="4590931"/>
            <a:ext cx="4695825" cy="45720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Develop country-specific pricing strategies aligned with market expectations</a:t>
            </a:r>
          </a:p>
        </p:txBody>
      </p:sp>
      <p:sp>
        <p:nvSpPr>
          <p:cNvPr id="33" name="Shape 31"/>
          <p:cNvSpPr/>
          <p:nvPr/>
        </p:nvSpPr>
        <p:spPr>
          <a:xfrm>
            <a:off x="6434138" y="5373028"/>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B0000"/>
          </a:solidFill>
          <a:ln/>
        </p:spPr>
        <p:txBody>
          <a:bodyPr/>
          <a:lstStyle/>
          <a:p>
            <a:endParaRPr lang="en-US" dirty="0"/>
          </a:p>
        </p:txBody>
      </p:sp>
      <p:sp>
        <p:nvSpPr>
          <p:cNvPr id="34" name="Shape 32"/>
          <p:cNvSpPr/>
          <p:nvPr/>
        </p:nvSpPr>
        <p:spPr>
          <a:xfrm>
            <a:off x="6573320" y="5462469"/>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F9FAFB"/>
          </a:solidFill>
          <a:ln/>
        </p:spPr>
      </p:sp>
      <p:sp>
        <p:nvSpPr>
          <p:cNvPr id="35" name="Text 33"/>
          <p:cNvSpPr/>
          <p:nvPr/>
        </p:nvSpPr>
        <p:spPr>
          <a:xfrm>
            <a:off x="6948488" y="5314398"/>
            <a:ext cx="4362450"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How to Succeed?</a:t>
            </a:r>
          </a:p>
        </p:txBody>
      </p:sp>
      <p:sp>
        <p:nvSpPr>
          <p:cNvPr id="36" name="Text 34"/>
          <p:cNvSpPr/>
          <p:nvPr/>
        </p:nvSpPr>
        <p:spPr>
          <a:xfrm>
            <a:off x="6958013" y="5797692"/>
            <a:ext cx="4352925" cy="22860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Define service standards and quality benchmarks for market entry</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D6CFC69-27B5-5A3A-EF35-B1F9AC961A45}"/>
              </a:ext>
            </a:extLst>
          </p:cNvPr>
          <p:cNvGrpSpPr/>
          <p:nvPr/>
        </p:nvGrpSpPr>
        <p:grpSpPr>
          <a:xfrm>
            <a:off x="-231310" y="115748"/>
            <a:ext cx="12553020" cy="6991480"/>
            <a:chOff x="-270765" y="0"/>
            <a:chExt cx="18829530" cy="10487221"/>
          </a:xfrm>
          <a:noFill/>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grpFill/>
          </p:spPr>
          <p:txBody>
            <a:bodyPr/>
            <a:lstStyle/>
            <a:p>
              <a:endParaRPr lang="en-IN" sz="1200"/>
            </a:p>
          </p:txBody>
        </p:sp>
        <p:sp>
          <p:nvSpPr>
            <p:cNvPr id="23" name="Rectangle 22">
              <a:extLst>
                <a:ext uri="{FF2B5EF4-FFF2-40B4-BE49-F238E27FC236}">
                  <a16:creationId xmlns:a16="http://schemas.microsoft.com/office/drawing/2014/main" id="{88D25EC1-0778-775D-23FD-37EFE7AF224F}"/>
                </a:ext>
              </a:extLst>
            </p:cNvPr>
            <p:cNvSpPr/>
            <p:nvPr/>
          </p:nvSpPr>
          <p:spPr>
            <a:xfrm>
              <a:off x="1" y="1"/>
              <a:ext cx="18287543" cy="1214438"/>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3"/>
            <p:cNvSpPr/>
            <p:nvPr/>
          </p:nvSpPr>
          <p:spPr>
            <a:xfrm>
              <a:off x="631935" y="1631463"/>
              <a:ext cx="9179476" cy="7054677"/>
            </a:xfrm>
            <a:custGeom>
              <a:avLst/>
              <a:gdLst/>
              <a:ahLst/>
              <a:cxnLst/>
              <a:rect l="l" t="t" r="r" b="b"/>
              <a:pathLst>
                <a:path w="8842815" h="7028986">
                  <a:moveTo>
                    <a:pt x="0" y="0"/>
                  </a:moveTo>
                  <a:lnTo>
                    <a:pt x="8842815" y="0"/>
                  </a:lnTo>
                  <a:lnTo>
                    <a:pt x="8842815" y="7028986"/>
                  </a:lnTo>
                  <a:lnTo>
                    <a:pt x="0" y="7028986"/>
                  </a:lnTo>
                  <a:lnTo>
                    <a:pt x="0" y="0"/>
                  </a:lnTo>
                  <a:close/>
                </a:path>
              </a:pathLst>
            </a:custGeom>
            <a:grpFill/>
          </p:spPr>
          <p:txBody>
            <a:bodyPr/>
            <a:lstStyle/>
            <a:p>
              <a:endParaRPr lang="en-IN" sz="1200"/>
            </a:p>
          </p:txBody>
        </p:sp>
        <p:grpSp>
          <p:nvGrpSpPr>
            <p:cNvPr id="8" name="Group 8"/>
            <p:cNvGrpSpPr/>
            <p:nvPr/>
          </p:nvGrpSpPr>
          <p:grpSpPr>
            <a:xfrm>
              <a:off x="-270765" y="9258300"/>
              <a:ext cx="18829530" cy="1228921"/>
              <a:chOff x="0" y="0"/>
              <a:chExt cx="4959218" cy="323666"/>
            </a:xfrm>
            <a:grpFill/>
          </p:grpSpPr>
          <p:sp>
            <p:nvSpPr>
              <p:cNvPr id="9" name="Freeform 9"/>
              <p:cNvSpPr/>
              <p:nvPr/>
            </p:nvSpPr>
            <p:spPr>
              <a:xfrm>
                <a:off x="0" y="0"/>
                <a:ext cx="4959218" cy="323666"/>
              </a:xfrm>
              <a:custGeom>
                <a:avLst/>
                <a:gdLst/>
                <a:ahLst/>
                <a:cxnLst/>
                <a:rect l="l" t="t" r="r" b="b"/>
                <a:pathLst>
                  <a:path w="4959218" h="323666">
                    <a:moveTo>
                      <a:pt x="0" y="0"/>
                    </a:moveTo>
                    <a:lnTo>
                      <a:pt x="4959218" y="0"/>
                    </a:lnTo>
                    <a:lnTo>
                      <a:pt x="4959218" y="323666"/>
                    </a:lnTo>
                    <a:lnTo>
                      <a:pt x="0" y="323666"/>
                    </a:lnTo>
                    <a:close/>
                  </a:path>
                </a:pathLst>
              </a:custGeom>
              <a:grpFill/>
            </p:spPr>
            <p:txBody>
              <a:bodyPr/>
              <a:lstStyle/>
              <a:p>
                <a:endParaRPr lang="en-IN" sz="1200"/>
              </a:p>
            </p:txBody>
          </p:sp>
          <p:sp>
            <p:nvSpPr>
              <p:cNvPr id="10" name="TextBox 10"/>
              <p:cNvSpPr txBox="1"/>
              <p:nvPr/>
            </p:nvSpPr>
            <p:spPr>
              <a:xfrm>
                <a:off x="0" y="-47625"/>
                <a:ext cx="4959218" cy="371291"/>
              </a:xfrm>
              <a:prstGeom prst="rect">
                <a:avLst/>
              </a:prstGeom>
              <a:grpFill/>
            </p:spPr>
            <p:txBody>
              <a:bodyPr lIns="33867" tIns="33867" rIns="33867" bIns="33867" rtlCol="0" anchor="ctr"/>
              <a:lstStyle/>
              <a:p>
                <a:pPr algn="ctr">
                  <a:lnSpc>
                    <a:spcPts val="2146"/>
                  </a:lnSpc>
                </a:pPr>
                <a:endParaRPr sz="1200"/>
              </a:p>
            </p:txBody>
          </p:sp>
        </p:grpSp>
        <p:sp>
          <p:nvSpPr>
            <p:cNvPr id="12" name="TextBox 12"/>
            <p:cNvSpPr txBox="1"/>
            <p:nvPr/>
          </p:nvSpPr>
          <p:spPr>
            <a:xfrm>
              <a:off x="9706952" y="2097120"/>
              <a:ext cx="8359871" cy="8032585"/>
            </a:xfrm>
            <a:prstGeom prst="rect">
              <a:avLst/>
            </a:prstGeom>
            <a:grpFill/>
          </p:spPr>
          <p:txBody>
            <a:bodyPr wrap="square" lIns="0" tIns="0" rIns="0" bIns="0" rtlCol="0" anchor="t">
              <a:spAutoFit/>
            </a:bodyPr>
            <a:lstStyle/>
            <a:p>
              <a:pPr fontAlgn="base"/>
              <a:r>
                <a:rPr lang="en-US" sz="1500" b="1" dirty="0">
                  <a:latin typeface="Sorts Mill Goudy" panose="020B0604020202020204" charset="0"/>
                </a:rPr>
                <a:t>Has Table booking: </a:t>
              </a:r>
              <a:r>
                <a:rPr lang="en-US" sz="1300" dirty="0">
                  <a:solidFill>
                    <a:srgbClr val="1F2937"/>
                  </a:solidFill>
                  <a:latin typeface="Sorts Mill Goudy" pitchFamily="34" charset="0"/>
                </a:rPr>
                <a:t>Indicates whether the restaurant has a table booking option (Yes/No).</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Has Online delivery: </a:t>
              </a:r>
              <a:r>
                <a:rPr lang="en-US" sz="1300" dirty="0">
                  <a:solidFill>
                    <a:srgbClr val="1F2937"/>
                  </a:solidFill>
                  <a:latin typeface="Sorts Mill Goudy" pitchFamily="34" charset="0"/>
                </a:rPr>
                <a:t>Indicates whether the restaurant offers online delivery (Yes/No).</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Is delivering now: </a:t>
              </a:r>
              <a:r>
                <a:rPr lang="en-US" sz="1300" dirty="0">
                  <a:solidFill>
                    <a:srgbClr val="1F2937"/>
                  </a:solidFill>
                  <a:latin typeface="Sorts Mill Goudy" pitchFamily="34" charset="0"/>
                </a:rPr>
                <a:t>Indicates whether the restaurant is currently delivering (Yes/No).</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Switch to order menu: </a:t>
              </a:r>
              <a:r>
                <a:rPr lang="en-US" sz="1300" dirty="0">
                  <a:solidFill>
                    <a:srgbClr val="1F2937"/>
                  </a:solidFill>
                  <a:latin typeface="Sorts Mill Goudy" pitchFamily="34" charset="0"/>
                </a:rPr>
                <a:t>Indicates whether users can switch to the order menu (Yes/No).</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Price range: </a:t>
              </a:r>
              <a:r>
                <a:rPr lang="en-US" sz="1300" dirty="0">
                  <a:solidFill>
                    <a:srgbClr val="1F2937"/>
                  </a:solidFill>
                  <a:latin typeface="Sorts Mill Goudy" pitchFamily="34" charset="0"/>
                </a:rPr>
                <a:t>A numeric value indicating the price range category of the restaurant.</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Votes: </a:t>
              </a:r>
              <a:r>
                <a:rPr lang="en-US" sz="1300" dirty="0">
                  <a:solidFill>
                    <a:srgbClr val="1F2937"/>
                  </a:solidFill>
                  <a:latin typeface="Sorts Mill Goudy" pitchFamily="34" charset="0"/>
                </a:rPr>
                <a:t>The number of votes or ratings/(feedback) received by the restaurant.</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Average Cost for two: </a:t>
              </a:r>
              <a:r>
                <a:rPr lang="en-US" sz="1300" dirty="0">
                  <a:solidFill>
                    <a:srgbClr val="1F2937"/>
                  </a:solidFill>
                  <a:latin typeface="Sorts Mill Goudy" pitchFamily="34" charset="0"/>
                </a:rPr>
                <a:t>The average cost for two people dining at the restaurant.</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Rating: </a:t>
              </a:r>
              <a:r>
                <a:rPr lang="en-US" sz="1300" dirty="0">
                  <a:solidFill>
                    <a:srgbClr val="1F2937"/>
                  </a:solidFill>
                  <a:latin typeface="Sorts Mill Goudy" pitchFamily="34" charset="0"/>
                </a:rPr>
                <a:t>The overall rating of the restaurant is based on user reviews.</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Date-key opening: </a:t>
              </a:r>
              <a:r>
                <a:rPr lang="en-US" sz="1300" dirty="0">
                  <a:solidFill>
                    <a:srgbClr val="1F2937"/>
                  </a:solidFill>
                  <a:latin typeface="Sorts Mill Goudy" pitchFamily="34" charset="0"/>
                </a:rPr>
                <a:t>The date when the restaurant was opened.</a:t>
              </a:r>
            </a:p>
            <a:p>
              <a:pPr>
                <a:lnSpc>
                  <a:spcPts val="1867"/>
                </a:lnSpc>
              </a:pPr>
              <a:endParaRPr lang="en-US" sz="1333" dirty="0">
                <a:solidFill>
                  <a:srgbClr val="9E0000"/>
                </a:solidFill>
                <a:latin typeface="Poppins Light"/>
                <a:ea typeface="Poppins Light"/>
                <a:cs typeface="Poppins Light"/>
                <a:sym typeface="Poppins Light"/>
              </a:endParaRPr>
            </a:p>
          </p:txBody>
        </p:sp>
        <p:sp>
          <p:nvSpPr>
            <p:cNvPr id="19" name="Freeform 19"/>
            <p:cNvSpPr/>
            <p:nvPr/>
          </p:nvSpPr>
          <p:spPr>
            <a:xfrm>
              <a:off x="1243354" y="8886361"/>
              <a:ext cx="2941200" cy="743878"/>
            </a:xfrm>
            <a:custGeom>
              <a:avLst/>
              <a:gdLst/>
              <a:ahLst/>
              <a:cxnLst/>
              <a:rect l="l" t="t" r="r" b="b"/>
              <a:pathLst>
                <a:path w="2941200" h="743878">
                  <a:moveTo>
                    <a:pt x="0" y="0"/>
                  </a:moveTo>
                  <a:lnTo>
                    <a:pt x="2941199" y="0"/>
                  </a:lnTo>
                  <a:lnTo>
                    <a:pt x="2941199" y="743878"/>
                  </a:lnTo>
                  <a:lnTo>
                    <a:pt x="0" y="743878"/>
                  </a:lnTo>
                  <a:lnTo>
                    <a:pt x="0" y="0"/>
                  </a:lnTo>
                  <a:close/>
                </a:path>
              </a:pathLst>
            </a:custGeom>
            <a:grpFill/>
          </p:spPr>
          <p:txBody>
            <a:bodyPr/>
            <a:lstStyle/>
            <a:p>
              <a:endParaRPr lang="en-IN" sz="1200"/>
            </a:p>
          </p:txBody>
        </p:sp>
        <p:sp>
          <p:nvSpPr>
            <p:cNvPr id="20" name="TextBox 20"/>
            <p:cNvSpPr txBox="1"/>
            <p:nvPr/>
          </p:nvSpPr>
          <p:spPr>
            <a:xfrm>
              <a:off x="1902444" y="920733"/>
              <a:ext cx="4862099" cy="864852"/>
            </a:xfrm>
            <a:prstGeom prst="rect">
              <a:avLst/>
            </a:prstGeom>
            <a:grpFill/>
          </p:spPr>
          <p:txBody>
            <a:bodyPr wrap="square" lIns="73152" tIns="54864" rIns="73152" bIns="54864" anchor="ctr">
              <a:spAutoFit/>
            </a:bodyPr>
            <a:lstStyle>
              <a:defPPr>
                <a:defRPr lang="en-US"/>
              </a:defPPr>
              <a:lvl1pPr>
                <a:lnSpc>
                  <a:spcPts val="5850"/>
                </a:lnSpc>
                <a:defRPr sz="4800" b="1">
                  <a:solidFill>
                    <a:srgbClr val="FFFFFF"/>
                  </a:solidFill>
                  <a:effectLst>
                    <a:outerShdw blurRad="50800" dist="38100" dir="2700000" algn="tl" rotWithShape="0">
                      <a:prstClr val="black">
                        <a:alpha val="40000"/>
                      </a:prstClr>
                    </a:outerShdw>
                  </a:effectLst>
                  <a:latin typeface="Montserrat"/>
                </a:defRPr>
              </a:lvl1pPr>
            </a:lstStyle>
            <a:p>
              <a:pPr>
                <a:lnSpc>
                  <a:spcPct val="80000"/>
                </a:lnSpc>
              </a:pPr>
              <a:r>
                <a:rPr lang="en-US" sz="3561" dirty="0">
                  <a:solidFill>
                    <a:srgbClr val="1F2937"/>
                  </a:solidFill>
                  <a:latin typeface="Sorts Mill Goudy" pitchFamily="34" charset="0"/>
                </a:rPr>
                <a:t> </a:t>
              </a:r>
              <a:endParaRPr lang="en-US" sz="3200" dirty="0">
                <a:sym typeface="Montserrat Bold"/>
              </a:endParaRPr>
            </a:p>
          </p:txBody>
        </p:sp>
        <p:sp>
          <p:nvSpPr>
            <p:cNvPr id="22" name="TextBox 22"/>
            <p:cNvSpPr txBox="1"/>
            <p:nvPr/>
          </p:nvSpPr>
          <p:spPr>
            <a:xfrm>
              <a:off x="708134" y="2134541"/>
              <a:ext cx="8256906" cy="7963720"/>
            </a:xfrm>
            <a:prstGeom prst="rect">
              <a:avLst/>
            </a:prstGeom>
            <a:grpFill/>
          </p:spPr>
          <p:txBody>
            <a:bodyPr wrap="square" lIns="0" tIns="0" rIns="0" bIns="0" rtlCol="0" anchor="t">
              <a:spAutoFit/>
            </a:bodyPr>
            <a:lstStyle/>
            <a:p>
              <a:pPr fontAlgn="base"/>
              <a:r>
                <a:rPr lang="en-US" sz="1500" b="1" dirty="0">
                  <a:latin typeface="Sorts Mill Goudy" panose="020B0604020202020204" charset="0"/>
                </a:rPr>
                <a:t>Restaurant ID</a:t>
              </a:r>
              <a:r>
                <a:rPr lang="en-US" b="1" dirty="0">
                  <a:latin typeface="Sorts Mill Goudy" panose="020B0604020202020204" charset="0"/>
                </a:rPr>
                <a:t>: </a:t>
              </a:r>
              <a:r>
                <a:rPr lang="en-US" sz="1300" dirty="0">
                  <a:solidFill>
                    <a:srgbClr val="1F2937"/>
                  </a:solidFill>
                  <a:latin typeface="Sorts Mill Goudy" pitchFamily="34" charset="0"/>
                </a:rPr>
                <a:t>Unique identifier for each restaurant.</a:t>
              </a:r>
            </a:p>
            <a:p>
              <a:pPr fontAlgn="base"/>
              <a:endParaRPr lang="en-US" sz="1300" dirty="0">
                <a:solidFill>
                  <a:srgbClr val="1F2937"/>
                </a:solidFill>
                <a:latin typeface="Sorts Mill Goudy" pitchFamily="34" charset="0"/>
              </a:endParaRPr>
            </a:p>
            <a:p>
              <a:pPr fontAlgn="base"/>
              <a:r>
                <a:rPr lang="en-US" sz="1500" b="1" dirty="0">
                  <a:latin typeface="Sorts Mill Goudy" panose="020B0604020202020204" charset="0"/>
                </a:rPr>
                <a:t>Restaurant Name: </a:t>
              </a:r>
              <a:r>
                <a:rPr lang="en-US" sz="1300" dirty="0">
                  <a:solidFill>
                    <a:srgbClr val="1F2937"/>
                  </a:solidFill>
                  <a:latin typeface="Sorts Mill Goudy" pitchFamily="34" charset="0"/>
                </a:rPr>
                <a:t>The name of the restaurant.</a:t>
              </a:r>
              <a:endParaRPr lang="en-US" sz="1500" b="1" dirty="0">
                <a:latin typeface="Sorts Mill Goudy" panose="020B0604020202020204" charset="0"/>
              </a:endParaRPr>
            </a:p>
            <a:p>
              <a:pPr fontAlgn="base"/>
              <a:endParaRPr lang="en-US" sz="1300" dirty="0">
                <a:solidFill>
                  <a:srgbClr val="1F2937"/>
                </a:solidFill>
                <a:latin typeface="Sorts Mill Goudy" pitchFamily="34" charset="0"/>
              </a:endParaRPr>
            </a:p>
            <a:p>
              <a:pPr fontAlgn="base"/>
              <a:r>
                <a:rPr lang="en-US" sz="1500" b="1" dirty="0">
                  <a:latin typeface="Sorts Mill Goudy" panose="020B0604020202020204" charset="0"/>
                </a:rPr>
                <a:t>Country Code: </a:t>
              </a:r>
              <a:r>
                <a:rPr lang="en-US" sz="1300" dirty="0">
                  <a:solidFill>
                    <a:srgbClr val="1F2937"/>
                  </a:solidFill>
                  <a:latin typeface="Sorts Mill Goudy" pitchFamily="34" charset="0"/>
                </a:rPr>
                <a:t>Country code of the location where the restaurant is situated.</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City: </a:t>
              </a:r>
              <a:r>
                <a:rPr lang="en-US" sz="1300" dirty="0">
                  <a:solidFill>
                    <a:srgbClr val="1F2937"/>
                  </a:solidFill>
                  <a:latin typeface="Sorts Mill Goudy" pitchFamily="34" charset="0"/>
                </a:rPr>
                <a:t>The city where the restaurant is located.</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Address: </a:t>
              </a:r>
              <a:r>
                <a:rPr lang="en-US" sz="1300" dirty="0">
                  <a:solidFill>
                    <a:srgbClr val="1F2937"/>
                  </a:solidFill>
                  <a:latin typeface="Sorts Mill Goudy" pitchFamily="34" charset="0"/>
                </a:rPr>
                <a:t>The specific address of the restaurant.</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Locality: </a:t>
              </a:r>
              <a:r>
                <a:rPr lang="en-US" sz="1300" dirty="0">
                  <a:solidFill>
                    <a:srgbClr val="1F2937"/>
                  </a:solidFill>
                  <a:latin typeface="Sorts Mill Goudy" pitchFamily="34" charset="0"/>
                </a:rPr>
                <a:t>The locality or neighborhood where the restaurant is situated.</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Locality Verbose:</a:t>
              </a:r>
              <a:r>
                <a:rPr lang="en-US" sz="1300" dirty="0">
                  <a:solidFill>
                    <a:srgbClr val="1F2937"/>
                  </a:solidFill>
                  <a:latin typeface="Sorts Mill Goudy" pitchFamily="34" charset="0"/>
                </a:rPr>
                <a:t> Detailed information about the locality.</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Longitude: </a:t>
              </a:r>
              <a:r>
                <a:rPr lang="en-US" sz="1300" dirty="0">
                  <a:solidFill>
                    <a:srgbClr val="1F2937"/>
                  </a:solidFill>
                  <a:latin typeface="Sorts Mill Goudy" pitchFamily="34" charset="0"/>
                </a:rPr>
                <a:t>The geographical longitude coordinate of the restaurant.</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Latitude: </a:t>
              </a:r>
              <a:r>
                <a:rPr lang="en-US" sz="1300" dirty="0">
                  <a:solidFill>
                    <a:srgbClr val="1F2937"/>
                  </a:solidFill>
                  <a:latin typeface="Sorts Mill Goudy" pitchFamily="34" charset="0"/>
                </a:rPr>
                <a:t>The geographical latitude coordinate of the restaurant.</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Cuisines: </a:t>
              </a:r>
              <a:r>
                <a:rPr lang="en-US" sz="1300" dirty="0">
                  <a:solidFill>
                    <a:srgbClr val="1F2937"/>
                  </a:solidFill>
                  <a:latin typeface="Sorts Mill Goudy" pitchFamily="34" charset="0"/>
                </a:rPr>
                <a:t>The type of cuisine offered by the restaurant.</a:t>
              </a:r>
            </a:p>
            <a:p>
              <a:pPr fontAlgn="base"/>
              <a:endParaRPr lang="en-US" sz="1500" b="1" dirty="0">
                <a:latin typeface="Sorts Mill Goudy" panose="020B0604020202020204" charset="0"/>
              </a:endParaRPr>
            </a:p>
            <a:p>
              <a:pPr fontAlgn="base"/>
              <a:r>
                <a:rPr lang="en-US" sz="1500" b="1" dirty="0">
                  <a:latin typeface="Sorts Mill Goudy" panose="020B0604020202020204" charset="0"/>
                </a:rPr>
                <a:t>Currency: </a:t>
              </a:r>
              <a:r>
                <a:rPr lang="en-US" sz="1300" dirty="0">
                  <a:solidFill>
                    <a:srgbClr val="1F2937"/>
                  </a:solidFill>
                  <a:latin typeface="Sorts Mill Goudy" pitchFamily="34" charset="0"/>
                </a:rPr>
                <a:t>The currency used for transactions in the restaurant.</a:t>
              </a:r>
            </a:p>
            <a:p>
              <a:pPr fontAlgn="base"/>
              <a:endParaRPr lang="en-US" b="1" dirty="0"/>
            </a:p>
          </p:txBody>
        </p:sp>
      </p:grpSp>
      <p:sp>
        <p:nvSpPr>
          <p:cNvPr id="5" name="Text 2"/>
          <p:cNvSpPr/>
          <p:nvPr/>
        </p:nvSpPr>
        <p:spPr>
          <a:xfrm>
            <a:off x="-1081511" y="555583"/>
            <a:ext cx="3005601" cy="188439"/>
          </a:xfrm>
          <a:prstGeom prst="rect">
            <a:avLst/>
          </a:prstGeom>
          <a:noFill/>
          <a:ln/>
        </p:spPr>
        <p:txBody>
          <a:bodyPr wrap="square" lIns="0" tIns="0" rIns="0" bIns="0" rtlCol="0" anchor="ctr"/>
          <a:lstStyle/>
          <a:p>
            <a:pPr>
              <a:lnSpc>
                <a:spcPct val="120000"/>
              </a:lnSpc>
            </a:pPr>
            <a:endParaRPr lang="en-US" sz="1600" dirty="0"/>
          </a:p>
        </p:txBody>
      </p:sp>
      <p:sp>
        <p:nvSpPr>
          <p:cNvPr id="6" name="Shape 0">
            <a:extLst>
              <a:ext uri="{FF2B5EF4-FFF2-40B4-BE49-F238E27FC236}">
                <a16:creationId xmlns:a16="http://schemas.microsoft.com/office/drawing/2014/main" id="{D14975FE-F4B4-9525-84C1-E623CBC18BCB}"/>
              </a:ext>
            </a:extLst>
          </p:cNvPr>
          <p:cNvSpPr/>
          <p:nvPr/>
        </p:nvSpPr>
        <p:spPr>
          <a:xfrm>
            <a:off x="393228" y="388200"/>
            <a:ext cx="527629" cy="527629"/>
          </a:xfrm>
          <a:custGeom>
            <a:avLst/>
            <a:gdLst/>
            <a:ahLst/>
            <a:cxnLst/>
            <a:rect l="l" t="t" r="r" b="b"/>
            <a:pathLst>
              <a:path w="527629" h="527629">
                <a:moveTo>
                  <a:pt x="263815" y="0"/>
                </a:moveTo>
                <a:lnTo>
                  <a:pt x="263815" y="0"/>
                </a:lnTo>
                <a:cubicBezTo>
                  <a:pt x="409418" y="0"/>
                  <a:pt x="527629" y="118211"/>
                  <a:pt x="527629" y="263815"/>
                </a:cubicBezTo>
                <a:lnTo>
                  <a:pt x="527629" y="263815"/>
                </a:lnTo>
                <a:cubicBezTo>
                  <a:pt x="527629" y="409418"/>
                  <a:pt x="409418" y="527629"/>
                  <a:pt x="263815" y="527629"/>
                </a:cubicBezTo>
                <a:lnTo>
                  <a:pt x="263815" y="527629"/>
                </a:lnTo>
                <a:cubicBezTo>
                  <a:pt x="118211" y="527629"/>
                  <a:pt x="0" y="409418"/>
                  <a:pt x="0" y="263815"/>
                </a:cubicBezTo>
                <a:lnTo>
                  <a:pt x="0" y="263815"/>
                </a:lnTo>
                <a:cubicBezTo>
                  <a:pt x="0" y="118211"/>
                  <a:pt x="118211" y="0"/>
                  <a:pt x="263815" y="0"/>
                </a:cubicBezTo>
                <a:close/>
              </a:path>
            </a:pathLst>
          </a:custGeom>
          <a:solidFill>
            <a:srgbClr val="8B0000"/>
          </a:solidFill>
          <a:ln/>
        </p:spPr>
      </p:sp>
      <p:sp>
        <p:nvSpPr>
          <p:cNvPr id="13" name="TextBox 12">
            <a:extLst>
              <a:ext uri="{FF2B5EF4-FFF2-40B4-BE49-F238E27FC236}">
                <a16:creationId xmlns:a16="http://schemas.microsoft.com/office/drawing/2014/main" id="{CB6F9810-EE90-8065-7A83-3D95C6BF8512}"/>
              </a:ext>
            </a:extLst>
          </p:cNvPr>
          <p:cNvSpPr txBox="1"/>
          <p:nvPr/>
        </p:nvSpPr>
        <p:spPr>
          <a:xfrm>
            <a:off x="969247" y="461292"/>
            <a:ext cx="4313612" cy="563231"/>
          </a:xfrm>
          <a:prstGeom prst="rect">
            <a:avLst/>
          </a:prstGeom>
          <a:noFill/>
        </p:spPr>
        <p:txBody>
          <a:bodyPr wrap="square">
            <a:spAutoFit/>
          </a:bodyP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Data Overview</a:t>
            </a:r>
            <a:endParaRPr lang="en-US" sz="3600" dirty="0"/>
          </a:p>
        </p:txBody>
      </p:sp>
      <p:sp>
        <p:nvSpPr>
          <p:cNvPr id="14" name="Shape 4">
            <a:extLst>
              <a:ext uri="{FF2B5EF4-FFF2-40B4-BE49-F238E27FC236}">
                <a16:creationId xmlns:a16="http://schemas.microsoft.com/office/drawing/2014/main" id="{6A18C8A8-2125-EBC0-7497-FE59210A1BA8}"/>
              </a:ext>
            </a:extLst>
          </p:cNvPr>
          <p:cNvSpPr/>
          <p:nvPr/>
        </p:nvSpPr>
        <p:spPr>
          <a:xfrm>
            <a:off x="441922" y="1070972"/>
            <a:ext cx="1206009" cy="37688"/>
          </a:xfrm>
          <a:custGeom>
            <a:avLst/>
            <a:gdLst/>
            <a:ahLst/>
            <a:cxnLst/>
            <a:rect l="l" t="t" r="r" b="b"/>
            <a:pathLst>
              <a:path w="1206009" h="37688">
                <a:moveTo>
                  <a:pt x="0" y="0"/>
                </a:moveTo>
                <a:lnTo>
                  <a:pt x="1206009" y="0"/>
                </a:lnTo>
                <a:lnTo>
                  <a:pt x="1206009" y="37688"/>
                </a:lnTo>
                <a:lnTo>
                  <a:pt x="0" y="37688"/>
                </a:lnTo>
                <a:lnTo>
                  <a:pt x="0" y="0"/>
                </a:lnTo>
                <a:close/>
              </a:path>
            </a:pathLst>
          </a:custGeom>
          <a:solidFill>
            <a:srgbClr val="8B0000"/>
          </a:solidFill>
          <a:ln/>
        </p:spPr>
      </p:sp>
      <p:sp>
        <p:nvSpPr>
          <p:cNvPr id="18" name="TextBox 17">
            <a:extLst>
              <a:ext uri="{FF2B5EF4-FFF2-40B4-BE49-F238E27FC236}">
                <a16:creationId xmlns:a16="http://schemas.microsoft.com/office/drawing/2014/main" id="{B5CAFB29-E835-9D26-BC5E-5E6C31D5A34D}"/>
              </a:ext>
            </a:extLst>
          </p:cNvPr>
          <p:cNvSpPr txBox="1"/>
          <p:nvPr/>
        </p:nvSpPr>
        <p:spPr>
          <a:xfrm>
            <a:off x="441922" y="449030"/>
            <a:ext cx="478631" cy="397032"/>
          </a:xfrm>
          <a:prstGeom prst="rect">
            <a:avLst/>
          </a:prstGeom>
          <a:noFill/>
        </p:spPr>
        <p:txBody>
          <a:bodyPr wrap="square">
            <a:spAutoFit/>
          </a:bodyP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02</a:t>
            </a:r>
            <a:endParaRPr lang="en-US" sz="1800" dirty="0"/>
          </a:p>
        </p:txBody>
      </p:sp>
    </p:spTree>
    <p:extLst>
      <p:ext uri="{BB962C8B-B14F-4D97-AF65-F5344CB8AC3E}">
        <p14:creationId xmlns:p14="http://schemas.microsoft.com/office/powerpoint/2010/main" val="1203092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57537" y="411167"/>
            <a:ext cx="500551" cy="500551"/>
          </a:xfrm>
          <a:custGeom>
            <a:avLst/>
            <a:gdLst/>
            <a:ahLst/>
            <a:cxnLst/>
            <a:rect l="l" t="t" r="r" b="b"/>
            <a:pathLst>
              <a:path w="500551" h="500551">
                <a:moveTo>
                  <a:pt x="250276" y="0"/>
                </a:moveTo>
                <a:lnTo>
                  <a:pt x="250276" y="0"/>
                </a:lnTo>
                <a:cubicBezTo>
                  <a:pt x="388407" y="0"/>
                  <a:pt x="500551" y="112145"/>
                  <a:pt x="500551" y="250276"/>
                </a:cubicBezTo>
                <a:lnTo>
                  <a:pt x="500551" y="250276"/>
                </a:lnTo>
                <a:cubicBezTo>
                  <a:pt x="500551" y="388407"/>
                  <a:pt x="388407" y="500551"/>
                  <a:pt x="250276" y="500551"/>
                </a:cubicBezTo>
                <a:lnTo>
                  <a:pt x="250276" y="500551"/>
                </a:lnTo>
                <a:cubicBezTo>
                  <a:pt x="112145" y="500551"/>
                  <a:pt x="0" y="388407"/>
                  <a:pt x="0" y="250276"/>
                </a:cubicBezTo>
                <a:lnTo>
                  <a:pt x="0" y="250276"/>
                </a:lnTo>
                <a:cubicBezTo>
                  <a:pt x="0" y="112145"/>
                  <a:pt x="112145" y="0"/>
                  <a:pt x="250276" y="0"/>
                </a:cubicBezTo>
                <a:close/>
              </a:path>
            </a:pathLst>
          </a:custGeom>
          <a:solidFill>
            <a:srgbClr val="8B0000"/>
          </a:solidFill>
          <a:ln/>
        </p:spPr>
      </p:sp>
      <p:sp>
        <p:nvSpPr>
          <p:cNvPr id="3" name="Text 1"/>
          <p:cNvSpPr/>
          <p:nvPr/>
        </p:nvSpPr>
        <p:spPr>
          <a:xfrm>
            <a:off x="507702" y="518428"/>
            <a:ext cx="303906" cy="286029"/>
          </a:xfrm>
          <a:prstGeom prst="rect">
            <a:avLst/>
          </a:prstGeom>
          <a:noFill/>
          <a:ln/>
        </p:spPr>
        <p:txBody>
          <a:bodyPr wrap="square" lIns="0" tIns="0" rIns="0" bIns="0" rtlCol="0" anchor="ctr"/>
          <a:lstStyle/>
          <a:p>
            <a:pPr>
              <a:lnSpc>
                <a:spcPct val="110000"/>
              </a:lnSpc>
            </a:pPr>
            <a:r>
              <a:rPr lang="en-US" sz="1689" b="1" dirty="0">
                <a:solidFill>
                  <a:srgbClr val="F9FAFB"/>
                </a:solidFill>
                <a:latin typeface="Sorts Mill Goudy" pitchFamily="34" charset="0"/>
                <a:ea typeface="Sorts Mill Goudy" pitchFamily="34" charset="-122"/>
                <a:cs typeface="Sorts Mill Goudy" pitchFamily="34" charset="-120"/>
              </a:rPr>
              <a:t>03</a:t>
            </a:r>
            <a:endParaRPr lang="en-US" sz="1600" dirty="0"/>
          </a:p>
        </p:txBody>
      </p:sp>
      <p:sp>
        <p:nvSpPr>
          <p:cNvPr id="4" name="Text 2"/>
          <p:cNvSpPr/>
          <p:nvPr/>
        </p:nvSpPr>
        <p:spPr>
          <a:xfrm>
            <a:off x="1045795" y="261738"/>
            <a:ext cx="4201056" cy="178768"/>
          </a:xfrm>
          <a:prstGeom prst="rect">
            <a:avLst/>
          </a:prstGeom>
          <a:noFill/>
          <a:ln/>
        </p:spPr>
        <p:txBody>
          <a:bodyPr wrap="square" lIns="0" tIns="0" rIns="0" bIns="0" rtlCol="0" anchor="ctr"/>
          <a:lstStyle/>
          <a:p>
            <a:pPr>
              <a:lnSpc>
                <a:spcPct val="120000"/>
              </a:lnSpc>
            </a:pPr>
            <a:r>
              <a:rPr lang="en-US" sz="985" b="1" kern="0" spc="148" dirty="0">
                <a:solidFill>
                  <a:srgbClr val="8B0000"/>
                </a:solidFill>
                <a:latin typeface="Sorts Mill Goudy" pitchFamily="34" charset="0"/>
                <a:ea typeface="Sorts Mill Goudy" pitchFamily="34" charset="-122"/>
                <a:cs typeface="Sorts Mill Goudy" pitchFamily="34" charset="-120"/>
              </a:rPr>
              <a:t>Data Preparation</a:t>
            </a:r>
            <a:endParaRPr lang="en-US" sz="1600" dirty="0"/>
          </a:p>
        </p:txBody>
      </p:sp>
      <p:sp>
        <p:nvSpPr>
          <p:cNvPr id="5" name="Text 3"/>
          <p:cNvSpPr/>
          <p:nvPr/>
        </p:nvSpPr>
        <p:spPr>
          <a:xfrm>
            <a:off x="1001103" y="536305"/>
            <a:ext cx="4353009" cy="429044"/>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Data Cleaning Process</a:t>
            </a:r>
            <a:endParaRPr lang="en-US" sz="3600" dirty="0"/>
          </a:p>
        </p:txBody>
      </p:sp>
      <p:sp>
        <p:nvSpPr>
          <p:cNvPr id="6" name="Shape 4"/>
          <p:cNvSpPr/>
          <p:nvPr/>
        </p:nvSpPr>
        <p:spPr>
          <a:xfrm>
            <a:off x="357537" y="1072610"/>
            <a:ext cx="1144117" cy="35754"/>
          </a:xfrm>
          <a:custGeom>
            <a:avLst/>
            <a:gdLst/>
            <a:ahLst/>
            <a:cxnLst/>
            <a:rect l="l" t="t" r="r" b="b"/>
            <a:pathLst>
              <a:path w="1144117" h="35754">
                <a:moveTo>
                  <a:pt x="0" y="0"/>
                </a:moveTo>
                <a:lnTo>
                  <a:pt x="1144117" y="0"/>
                </a:lnTo>
                <a:lnTo>
                  <a:pt x="1144117" y="35754"/>
                </a:lnTo>
                <a:lnTo>
                  <a:pt x="0" y="35754"/>
                </a:lnTo>
                <a:lnTo>
                  <a:pt x="0" y="0"/>
                </a:lnTo>
                <a:close/>
              </a:path>
            </a:pathLst>
          </a:custGeom>
          <a:solidFill>
            <a:srgbClr val="8B0000"/>
          </a:solidFill>
          <a:ln/>
        </p:spPr>
      </p:sp>
      <p:sp>
        <p:nvSpPr>
          <p:cNvPr id="7" name="Shape 5"/>
          <p:cNvSpPr/>
          <p:nvPr/>
        </p:nvSpPr>
        <p:spPr>
          <a:xfrm>
            <a:off x="375413" y="1330929"/>
            <a:ext cx="35754" cy="1537408"/>
          </a:xfrm>
          <a:custGeom>
            <a:avLst/>
            <a:gdLst/>
            <a:ahLst/>
            <a:cxnLst/>
            <a:rect l="l" t="t" r="r" b="b"/>
            <a:pathLst>
              <a:path w="35754" h="1537408">
                <a:moveTo>
                  <a:pt x="0" y="0"/>
                </a:moveTo>
                <a:lnTo>
                  <a:pt x="35754" y="0"/>
                </a:lnTo>
                <a:lnTo>
                  <a:pt x="35754" y="1537408"/>
                </a:lnTo>
                <a:lnTo>
                  <a:pt x="0" y="1537408"/>
                </a:lnTo>
                <a:lnTo>
                  <a:pt x="0" y="0"/>
                </a:lnTo>
                <a:close/>
              </a:path>
            </a:pathLst>
          </a:custGeom>
          <a:solidFill>
            <a:srgbClr val="8B0000"/>
          </a:solidFill>
          <a:ln/>
        </p:spPr>
      </p:sp>
      <p:sp>
        <p:nvSpPr>
          <p:cNvPr id="8" name="Shape 6"/>
          <p:cNvSpPr/>
          <p:nvPr/>
        </p:nvSpPr>
        <p:spPr>
          <a:xfrm>
            <a:off x="572059" y="1438190"/>
            <a:ext cx="429044" cy="429044"/>
          </a:xfrm>
          <a:custGeom>
            <a:avLst/>
            <a:gdLst/>
            <a:ahLst/>
            <a:cxnLst/>
            <a:rect l="l" t="t" r="r" b="b"/>
            <a:pathLst>
              <a:path w="429044" h="429044">
                <a:moveTo>
                  <a:pt x="214522" y="0"/>
                </a:moveTo>
                <a:lnTo>
                  <a:pt x="214522" y="0"/>
                </a:lnTo>
                <a:cubicBezTo>
                  <a:pt x="332920" y="0"/>
                  <a:pt x="429044" y="96124"/>
                  <a:pt x="429044" y="214522"/>
                </a:cubicBezTo>
                <a:lnTo>
                  <a:pt x="429044" y="214522"/>
                </a:lnTo>
                <a:cubicBezTo>
                  <a:pt x="429044" y="332920"/>
                  <a:pt x="332920" y="429044"/>
                  <a:pt x="214522" y="429044"/>
                </a:cubicBezTo>
                <a:lnTo>
                  <a:pt x="214522" y="429044"/>
                </a:lnTo>
                <a:cubicBezTo>
                  <a:pt x="96124" y="429044"/>
                  <a:pt x="0" y="332920"/>
                  <a:pt x="0" y="214522"/>
                </a:cubicBezTo>
                <a:lnTo>
                  <a:pt x="0" y="214522"/>
                </a:lnTo>
                <a:cubicBezTo>
                  <a:pt x="0" y="96124"/>
                  <a:pt x="96124" y="0"/>
                  <a:pt x="214522" y="0"/>
                </a:cubicBezTo>
                <a:close/>
              </a:path>
            </a:pathLst>
          </a:custGeom>
          <a:solidFill>
            <a:srgbClr val="8B0000"/>
          </a:solidFill>
          <a:ln/>
        </p:spPr>
      </p:sp>
      <p:sp>
        <p:nvSpPr>
          <p:cNvPr id="9" name="Text 7"/>
          <p:cNvSpPr/>
          <p:nvPr/>
        </p:nvSpPr>
        <p:spPr>
          <a:xfrm>
            <a:off x="527367" y="1438190"/>
            <a:ext cx="518428" cy="429044"/>
          </a:xfrm>
          <a:prstGeom prst="rect">
            <a:avLst/>
          </a:prstGeom>
          <a:noFill/>
          <a:ln/>
        </p:spPr>
        <p:txBody>
          <a:bodyPr wrap="square" lIns="0" tIns="0" rIns="0" bIns="0" rtlCol="0" anchor="ctr"/>
          <a:lstStyle/>
          <a:p>
            <a:pPr algn="ctr">
              <a:lnSpc>
                <a:spcPct val="120000"/>
              </a:lnSpc>
            </a:pPr>
            <a:r>
              <a:rPr lang="en-US" sz="1408" b="1" dirty="0">
                <a:solidFill>
                  <a:srgbClr val="F9FAFB"/>
                </a:solidFill>
                <a:latin typeface="Sorts Mill Goudy" pitchFamily="34" charset="0"/>
                <a:ea typeface="Sorts Mill Goudy" pitchFamily="34" charset="-122"/>
                <a:cs typeface="Sorts Mill Goudy" pitchFamily="34" charset="-120"/>
              </a:rPr>
              <a:t>1</a:t>
            </a:r>
            <a:endParaRPr lang="en-US" sz="1600" dirty="0"/>
          </a:p>
        </p:txBody>
      </p:sp>
      <p:sp>
        <p:nvSpPr>
          <p:cNvPr id="10" name="Text 8"/>
          <p:cNvSpPr/>
          <p:nvPr/>
        </p:nvSpPr>
        <p:spPr>
          <a:xfrm>
            <a:off x="1108364" y="1509698"/>
            <a:ext cx="1877067" cy="286029"/>
          </a:xfrm>
          <a:prstGeom prst="rect">
            <a:avLst/>
          </a:prstGeom>
          <a:noFill/>
          <a:ln/>
        </p:spPr>
        <p:txBody>
          <a:bodyPr wrap="square" lIns="0" tIns="0" rIns="0" bIns="0" rtlCol="0" anchor="ctr"/>
          <a:lstStyle/>
          <a:p>
            <a:pPr>
              <a:lnSpc>
                <a:spcPct val="110000"/>
              </a:lnSpc>
            </a:pPr>
            <a:r>
              <a:rPr lang="en-US" sz="1500" b="1" dirty="0">
                <a:latin typeface="Sorts Mill Goudy" panose="020B0604020202020204" charset="0"/>
              </a:rPr>
              <a:t>Duplicate Removal</a:t>
            </a:r>
          </a:p>
        </p:txBody>
      </p:sp>
      <p:sp>
        <p:nvSpPr>
          <p:cNvPr id="11" name="Text 9"/>
          <p:cNvSpPr/>
          <p:nvPr/>
        </p:nvSpPr>
        <p:spPr>
          <a:xfrm>
            <a:off x="572059" y="2058833"/>
            <a:ext cx="5532880" cy="527367"/>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Applied the "Remove Duplicates" function to ensure each restaurant appears only once for accurate analysis.</a:t>
            </a:r>
          </a:p>
        </p:txBody>
      </p:sp>
      <p:sp>
        <p:nvSpPr>
          <p:cNvPr id="12" name="Shape 10"/>
          <p:cNvSpPr/>
          <p:nvPr/>
        </p:nvSpPr>
        <p:spPr>
          <a:xfrm>
            <a:off x="6183373" y="1330929"/>
            <a:ext cx="35754" cy="1537408"/>
          </a:xfrm>
          <a:custGeom>
            <a:avLst/>
            <a:gdLst/>
            <a:ahLst/>
            <a:cxnLst/>
            <a:rect l="l" t="t" r="r" b="b"/>
            <a:pathLst>
              <a:path w="35754" h="1537408">
                <a:moveTo>
                  <a:pt x="0" y="0"/>
                </a:moveTo>
                <a:lnTo>
                  <a:pt x="35754" y="0"/>
                </a:lnTo>
                <a:lnTo>
                  <a:pt x="35754" y="1537408"/>
                </a:lnTo>
                <a:lnTo>
                  <a:pt x="0" y="1537408"/>
                </a:lnTo>
                <a:lnTo>
                  <a:pt x="0" y="0"/>
                </a:lnTo>
                <a:close/>
              </a:path>
            </a:pathLst>
          </a:custGeom>
          <a:solidFill>
            <a:srgbClr val="8B0000"/>
          </a:solidFill>
          <a:ln/>
        </p:spPr>
      </p:sp>
      <p:sp>
        <p:nvSpPr>
          <p:cNvPr id="13" name="Shape 11"/>
          <p:cNvSpPr/>
          <p:nvPr/>
        </p:nvSpPr>
        <p:spPr>
          <a:xfrm>
            <a:off x="6380018" y="1438190"/>
            <a:ext cx="429044" cy="429044"/>
          </a:xfrm>
          <a:custGeom>
            <a:avLst/>
            <a:gdLst/>
            <a:ahLst/>
            <a:cxnLst/>
            <a:rect l="l" t="t" r="r" b="b"/>
            <a:pathLst>
              <a:path w="429044" h="429044">
                <a:moveTo>
                  <a:pt x="214522" y="0"/>
                </a:moveTo>
                <a:lnTo>
                  <a:pt x="214522" y="0"/>
                </a:lnTo>
                <a:cubicBezTo>
                  <a:pt x="332920" y="0"/>
                  <a:pt x="429044" y="96124"/>
                  <a:pt x="429044" y="214522"/>
                </a:cubicBezTo>
                <a:lnTo>
                  <a:pt x="429044" y="214522"/>
                </a:lnTo>
                <a:cubicBezTo>
                  <a:pt x="429044" y="332920"/>
                  <a:pt x="332920" y="429044"/>
                  <a:pt x="214522" y="429044"/>
                </a:cubicBezTo>
                <a:lnTo>
                  <a:pt x="214522" y="429044"/>
                </a:lnTo>
                <a:cubicBezTo>
                  <a:pt x="96124" y="429044"/>
                  <a:pt x="0" y="332920"/>
                  <a:pt x="0" y="214522"/>
                </a:cubicBezTo>
                <a:lnTo>
                  <a:pt x="0" y="214522"/>
                </a:lnTo>
                <a:cubicBezTo>
                  <a:pt x="0" y="96124"/>
                  <a:pt x="96124" y="0"/>
                  <a:pt x="214522" y="0"/>
                </a:cubicBezTo>
                <a:close/>
              </a:path>
            </a:pathLst>
          </a:custGeom>
          <a:solidFill>
            <a:srgbClr val="8B0000"/>
          </a:solidFill>
          <a:ln/>
        </p:spPr>
      </p:sp>
      <p:sp>
        <p:nvSpPr>
          <p:cNvPr id="14" name="Text 12"/>
          <p:cNvSpPr/>
          <p:nvPr/>
        </p:nvSpPr>
        <p:spPr>
          <a:xfrm>
            <a:off x="6335326" y="1438190"/>
            <a:ext cx="518428" cy="429044"/>
          </a:xfrm>
          <a:prstGeom prst="rect">
            <a:avLst/>
          </a:prstGeom>
          <a:noFill/>
          <a:ln/>
        </p:spPr>
        <p:txBody>
          <a:bodyPr wrap="square" lIns="0" tIns="0" rIns="0" bIns="0" rtlCol="0" anchor="ctr"/>
          <a:lstStyle/>
          <a:p>
            <a:pPr algn="ctr">
              <a:lnSpc>
                <a:spcPct val="120000"/>
              </a:lnSpc>
            </a:pPr>
            <a:r>
              <a:rPr lang="en-US" sz="1408" b="1" dirty="0">
                <a:solidFill>
                  <a:srgbClr val="F9FAFB"/>
                </a:solidFill>
                <a:latin typeface="Sorts Mill Goudy" pitchFamily="34" charset="0"/>
                <a:ea typeface="Sorts Mill Goudy" pitchFamily="34" charset="-122"/>
                <a:cs typeface="Sorts Mill Goudy" pitchFamily="34" charset="-120"/>
              </a:rPr>
              <a:t>2</a:t>
            </a:r>
            <a:endParaRPr lang="en-US" sz="1600" dirty="0"/>
          </a:p>
        </p:txBody>
      </p:sp>
      <p:sp>
        <p:nvSpPr>
          <p:cNvPr id="15" name="Text 13"/>
          <p:cNvSpPr/>
          <p:nvPr/>
        </p:nvSpPr>
        <p:spPr>
          <a:xfrm>
            <a:off x="6916323" y="1509698"/>
            <a:ext cx="2511695" cy="286029"/>
          </a:xfrm>
          <a:prstGeom prst="rect">
            <a:avLst/>
          </a:prstGeom>
          <a:noFill/>
          <a:ln/>
        </p:spPr>
        <p:txBody>
          <a:bodyPr wrap="square" lIns="0" tIns="0" rIns="0" bIns="0" rtlCol="0" anchor="ctr"/>
          <a:lstStyle/>
          <a:p>
            <a:pPr>
              <a:lnSpc>
                <a:spcPct val="110000"/>
              </a:lnSpc>
            </a:pPr>
            <a:r>
              <a:rPr lang="en-US" sz="1500" b="1" dirty="0">
                <a:latin typeface="Sorts Mill Goudy" panose="020B0604020202020204" charset="0"/>
              </a:rPr>
              <a:t>Currency Standardization</a:t>
            </a:r>
          </a:p>
        </p:txBody>
      </p:sp>
      <p:sp>
        <p:nvSpPr>
          <p:cNvPr id="16" name="Text 14"/>
          <p:cNvSpPr/>
          <p:nvPr/>
        </p:nvSpPr>
        <p:spPr>
          <a:xfrm>
            <a:off x="6433708" y="1974495"/>
            <a:ext cx="5532880" cy="786581"/>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Edited currency formats for consistency—converted $ to (USD, AUD, CAD), Rs. to INR, and other currencies to standardized notation for accurate financial analysis.</a:t>
            </a:r>
          </a:p>
        </p:txBody>
      </p:sp>
      <p:sp>
        <p:nvSpPr>
          <p:cNvPr id="17" name="Shape 15"/>
          <p:cNvSpPr/>
          <p:nvPr/>
        </p:nvSpPr>
        <p:spPr>
          <a:xfrm>
            <a:off x="375413" y="3009117"/>
            <a:ext cx="35754" cy="1537408"/>
          </a:xfrm>
          <a:custGeom>
            <a:avLst/>
            <a:gdLst/>
            <a:ahLst/>
            <a:cxnLst/>
            <a:rect l="l" t="t" r="r" b="b"/>
            <a:pathLst>
              <a:path w="35754" h="1537408">
                <a:moveTo>
                  <a:pt x="0" y="0"/>
                </a:moveTo>
                <a:lnTo>
                  <a:pt x="35754" y="0"/>
                </a:lnTo>
                <a:lnTo>
                  <a:pt x="35754" y="1537408"/>
                </a:lnTo>
                <a:lnTo>
                  <a:pt x="0" y="1537408"/>
                </a:lnTo>
                <a:lnTo>
                  <a:pt x="0" y="0"/>
                </a:lnTo>
                <a:close/>
              </a:path>
            </a:pathLst>
          </a:custGeom>
          <a:solidFill>
            <a:srgbClr val="8B0000"/>
          </a:solidFill>
          <a:ln/>
        </p:spPr>
      </p:sp>
      <p:sp>
        <p:nvSpPr>
          <p:cNvPr id="18" name="Shape 16"/>
          <p:cNvSpPr/>
          <p:nvPr/>
        </p:nvSpPr>
        <p:spPr>
          <a:xfrm>
            <a:off x="572059" y="3116378"/>
            <a:ext cx="429044" cy="429044"/>
          </a:xfrm>
          <a:custGeom>
            <a:avLst/>
            <a:gdLst/>
            <a:ahLst/>
            <a:cxnLst/>
            <a:rect l="l" t="t" r="r" b="b"/>
            <a:pathLst>
              <a:path w="429044" h="429044">
                <a:moveTo>
                  <a:pt x="214522" y="0"/>
                </a:moveTo>
                <a:lnTo>
                  <a:pt x="214522" y="0"/>
                </a:lnTo>
                <a:cubicBezTo>
                  <a:pt x="332920" y="0"/>
                  <a:pt x="429044" y="96124"/>
                  <a:pt x="429044" y="214522"/>
                </a:cubicBezTo>
                <a:lnTo>
                  <a:pt x="429044" y="214522"/>
                </a:lnTo>
                <a:cubicBezTo>
                  <a:pt x="429044" y="332920"/>
                  <a:pt x="332920" y="429044"/>
                  <a:pt x="214522" y="429044"/>
                </a:cubicBezTo>
                <a:lnTo>
                  <a:pt x="214522" y="429044"/>
                </a:lnTo>
                <a:cubicBezTo>
                  <a:pt x="96124" y="429044"/>
                  <a:pt x="0" y="332920"/>
                  <a:pt x="0" y="214522"/>
                </a:cubicBezTo>
                <a:lnTo>
                  <a:pt x="0" y="214522"/>
                </a:lnTo>
                <a:cubicBezTo>
                  <a:pt x="0" y="96124"/>
                  <a:pt x="96124" y="0"/>
                  <a:pt x="214522" y="0"/>
                </a:cubicBezTo>
                <a:close/>
              </a:path>
            </a:pathLst>
          </a:custGeom>
          <a:solidFill>
            <a:srgbClr val="8B0000"/>
          </a:solidFill>
          <a:ln/>
        </p:spPr>
      </p:sp>
      <p:sp>
        <p:nvSpPr>
          <p:cNvPr id="19" name="Text 17"/>
          <p:cNvSpPr/>
          <p:nvPr/>
        </p:nvSpPr>
        <p:spPr>
          <a:xfrm>
            <a:off x="527367" y="3116378"/>
            <a:ext cx="518428" cy="429044"/>
          </a:xfrm>
          <a:prstGeom prst="rect">
            <a:avLst/>
          </a:prstGeom>
          <a:noFill/>
          <a:ln/>
        </p:spPr>
        <p:txBody>
          <a:bodyPr wrap="square" lIns="0" tIns="0" rIns="0" bIns="0" rtlCol="0" anchor="ctr"/>
          <a:lstStyle/>
          <a:p>
            <a:pPr algn="ctr">
              <a:lnSpc>
                <a:spcPct val="120000"/>
              </a:lnSpc>
            </a:pPr>
            <a:r>
              <a:rPr lang="en-US" sz="1408" b="1" dirty="0">
                <a:solidFill>
                  <a:srgbClr val="F9FAFB"/>
                </a:solidFill>
                <a:latin typeface="Sorts Mill Goudy" pitchFamily="34" charset="0"/>
                <a:ea typeface="Sorts Mill Goudy" pitchFamily="34" charset="-122"/>
                <a:cs typeface="Sorts Mill Goudy" pitchFamily="34" charset="-120"/>
              </a:rPr>
              <a:t>3</a:t>
            </a:r>
            <a:endParaRPr lang="en-US" sz="1600" dirty="0"/>
          </a:p>
        </p:txBody>
      </p:sp>
      <p:sp>
        <p:nvSpPr>
          <p:cNvPr id="20" name="Text 18"/>
          <p:cNvSpPr/>
          <p:nvPr/>
        </p:nvSpPr>
        <p:spPr>
          <a:xfrm>
            <a:off x="1108364" y="3187885"/>
            <a:ext cx="2458065" cy="286029"/>
          </a:xfrm>
          <a:prstGeom prst="rect">
            <a:avLst/>
          </a:prstGeom>
          <a:noFill/>
          <a:ln/>
        </p:spPr>
        <p:txBody>
          <a:bodyPr wrap="square" lIns="0" tIns="0" rIns="0" bIns="0" rtlCol="0" anchor="ctr"/>
          <a:lstStyle/>
          <a:p>
            <a:pPr>
              <a:lnSpc>
                <a:spcPct val="110000"/>
              </a:lnSpc>
            </a:pPr>
            <a:r>
              <a:rPr lang="en-US" sz="1500" b="1" dirty="0">
                <a:latin typeface="Sorts Mill Goudy" panose="020B0604020202020204" charset="0"/>
              </a:rPr>
              <a:t>Missing Value Treatment</a:t>
            </a:r>
          </a:p>
        </p:txBody>
      </p:sp>
      <p:sp>
        <p:nvSpPr>
          <p:cNvPr id="21" name="Text 19"/>
          <p:cNvSpPr/>
          <p:nvPr/>
        </p:nvSpPr>
        <p:spPr>
          <a:xfrm>
            <a:off x="572059" y="3652683"/>
            <a:ext cx="5532880" cy="786581"/>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Applied IF and AVERAGEIF formulas to replace zero cost values with city-wise average costs.</a:t>
            </a:r>
          </a:p>
        </p:txBody>
      </p:sp>
      <p:sp>
        <p:nvSpPr>
          <p:cNvPr id="22" name="Shape 20"/>
          <p:cNvSpPr/>
          <p:nvPr/>
        </p:nvSpPr>
        <p:spPr>
          <a:xfrm>
            <a:off x="6183373" y="3009117"/>
            <a:ext cx="35754" cy="1537408"/>
          </a:xfrm>
          <a:custGeom>
            <a:avLst/>
            <a:gdLst/>
            <a:ahLst/>
            <a:cxnLst/>
            <a:rect l="l" t="t" r="r" b="b"/>
            <a:pathLst>
              <a:path w="35754" h="1537408">
                <a:moveTo>
                  <a:pt x="0" y="0"/>
                </a:moveTo>
                <a:lnTo>
                  <a:pt x="35754" y="0"/>
                </a:lnTo>
                <a:lnTo>
                  <a:pt x="35754" y="1537408"/>
                </a:lnTo>
                <a:lnTo>
                  <a:pt x="0" y="1537408"/>
                </a:lnTo>
                <a:lnTo>
                  <a:pt x="0" y="0"/>
                </a:lnTo>
                <a:close/>
              </a:path>
            </a:pathLst>
          </a:custGeom>
          <a:solidFill>
            <a:srgbClr val="8B0000"/>
          </a:solidFill>
          <a:ln/>
        </p:spPr>
      </p:sp>
      <p:sp>
        <p:nvSpPr>
          <p:cNvPr id="23" name="Shape 21"/>
          <p:cNvSpPr/>
          <p:nvPr/>
        </p:nvSpPr>
        <p:spPr>
          <a:xfrm>
            <a:off x="6380018" y="3116378"/>
            <a:ext cx="429044" cy="429044"/>
          </a:xfrm>
          <a:custGeom>
            <a:avLst/>
            <a:gdLst/>
            <a:ahLst/>
            <a:cxnLst/>
            <a:rect l="l" t="t" r="r" b="b"/>
            <a:pathLst>
              <a:path w="429044" h="429044">
                <a:moveTo>
                  <a:pt x="214522" y="0"/>
                </a:moveTo>
                <a:lnTo>
                  <a:pt x="214522" y="0"/>
                </a:lnTo>
                <a:cubicBezTo>
                  <a:pt x="332920" y="0"/>
                  <a:pt x="429044" y="96124"/>
                  <a:pt x="429044" y="214522"/>
                </a:cubicBezTo>
                <a:lnTo>
                  <a:pt x="429044" y="214522"/>
                </a:lnTo>
                <a:cubicBezTo>
                  <a:pt x="429044" y="332920"/>
                  <a:pt x="332920" y="429044"/>
                  <a:pt x="214522" y="429044"/>
                </a:cubicBezTo>
                <a:lnTo>
                  <a:pt x="214522" y="429044"/>
                </a:lnTo>
                <a:cubicBezTo>
                  <a:pt x="96124" y="429044"/>
                  <a:pt x="0" y="332920"/>
                  <a:pt x="0" y="214522"/>
                </a:cubicBezTo>
                <a:lnTo>
                  <a:pt x="0" y="214522"/>
                </a:lnTo>
                <a:cubicBezTo>
                  <a:pt x="0" y="96124"/>
                  <a:pt x="96124" y="0"/>
                  <a:pt x="214522" y="0"/>
                </a:cubicBezTo>
                <a:close/>
              </a:path>
            </a:pathLst>
          </a:custGeom>
          <a:solidFill>
            <a:srgbClr val="8B0000"/>
          </a:solidFill>
          <a:ln/>
        </p:spPr>
      </p:sp>
      <p:sp>
        <p:nvSpPr>
          <p:cNvPr id="24" name="Text 22"/>
          <p:cNvSpPr/>
          <p:nvPr/>
        </p:nvSpPr>
        <p:spPr>
          <a:xfrm>
            <a:off x="6335326" y="3116378"/>
            <a:ext cx="518428" cy="429044"/>
          </a:xfrm>
          <a:prstGeom prst="rect">
            <a:avLst/>
          </a:prstGeom>
          <a:noFill/>
          <a:ln/>
        </p:spPr>
        <p:txBody>
          <a:bodyPr wrap="square" lIns="0" tIns="0" rIns="0" bIns="0" rtlCol="0" anchor="ctr"/>
          <a:lstStyle/>
          <a:p>
            <a:pPr algn="ctr">
              <a:lnSpc>
                <a:spcPct val="120000"/>
              </a:lnSpc>
            </a:pPr>
            <a:r>
              <a:rPr lang="en-US" sz="1408" b="1" dirty="0">
                <a:solidFill>
                  <a:srgbClr val="F9FAFB"/>
                </a:solidFill>
                <a:latin typeface="Sorts Mill Goudy" pitchFamily="34" charset="0"/>
                <a:ea typeface="Sorts Mill Goudy" pitchFamily="34" charset="-122"/>
                <a:cs typeface="Sorts Mill Goudy" pitchFamily="34" charset="-120"/>
              </a:rPr>
              <a:t>4</a:t>
            </a:r>
            <a:endParaRPr lang="en-US" sz="1600" dirty="0"/>
          </a:p>
        </p:txBody>
      </p:sp>
      <p:sp>
        <p:nvSpPr>
          <p:cNvPr id="25" name="Text 23"/>
          <p:cNvSpPr/>
          <p:nvPr/>
        </p:nvSpPr>
        <p:spPr>
          <a:xfrm>
            <a:off x="6916323" y="3187885"/>
            <a:ext cx="2493818" cy="286029"/>
          </a:xfrm>
          <a:prstGeom prst="rect">
            <a:avLst/>
          </a:prstGeom>
          <a:noFill/>
          <a:ln/>
        </p:spPr>
        <p:txBody>
          <a:bodyPr wrap="square" lIns="0" tIns="0" rIns="0" bIns="0" rtlCol="0" anchor="ctr"/>
          <a:lstStyle/>
          <a:p>
            <a:pPr>
              <a:lnSpc>
                <a:spcPct val="110000"/>
              </a:lnSpc>
            </a:pPr>
            <a:r>
              <a:rPr lang="en-US" sz="1500" b="1" dirty="0">
                <a:latin typeface="Sorts Mill Goudy" panose="020B0604020202020204" charset="0"/>
              </a:rPr>
              <a:t>Cuisine Data Completion</a:t>
            </a:r>
          </a:p>
        </p:txBody>
      </p:sp>
      <p:sp>
        <p:nvSpPr>
          <p:cNvPr id="26" name="Text 24"/>
          <p:cNvSpPr/>
          <p:nvPr/>
        </p:nvSpPr>
        <p:spPr>
          <a:xfrm>
            <a:off x="6380018" y="3782289"/>
            <a:ext cx="5532880" cy="527367"/>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Filled missing cuisine values as "American" for restaurants in the United States, ensuring categorical completeness for cuisine-based market analysis.</a:t>
            </a:r>
          </a:p>
        </p:txBody>
      </p:sp>
      <p:sp>
        <p:nvSpPr>
          <p:cNvPr id="27" name="Shape 25"/>
          <p:cNvSpPr/>
          <p:nvPr/>
        </p:nvSpPr>
        <p:spPr>
          <a:xfrm>
            <a:off x="375413" y="4687305"/>
            <a:ext cx="35754" cy="1537408"/>
          </a:xfrm>
          <a:custGeom>
            <a:avLst/>
            <a:gdLst/>
            <a:ahLst/>
            <a:cxnLst/>
            <a:rect l="l" t="t" r="r" b="b"/>
            <a:pathLst>
              <a:path w="35754" h="1537408">
                <a:moveTo>
                  <a:pt x="0" y="0"/>
                </a:moveTo>
                <a:lnTo>
                  <a:pt x="35754" y="0"/>
                </a:lnTo>
                <a:lnTo>
                  <a:pt x="35754" y="1537408"/>
                </a:lnTo>
                <a:lnTo>
                  <a:pt x="0" y="1537408"/>
                </a:lnTo>
                <a:lnTo>
                  <a:pt x="0" y="0"/>
                </a:lnTo>
                <a:close/>
              </a:path>
            </a:pathLst>
          </a:custGeom>
          <a:solidFill>
            <a:srgbClr val="8B0000"/>
          </a:solidFill>
          <a:ln/>
        </p:spPr>
      </p:sp>
      <p:sp>
        <p:nvSpPr>
          <p:cNvPr id="28" name="Shape 26"/>
          <p:cNvSpPr/>
          <p:nvPr/>
        </p:nvSpPr>
        <p:spPr>
          <a:xfrm>
            <a:off x="572059" y="4794566"/>
            <a:ext cx="429044" cy="429044"/>
          </a:xfrm>
          <a:custGeom>
            <a:avLst/>
            <a:gdLst/>
            <a:ahLst/>
            <a:cxnLst/>
            <a:rect l="l" t="t" r="r" b="b"/>
            <a:pathLst>
              <a:path w="429044" h="429044">
                <a:moveTo>
                  <a:pt x="214522" y="0"/>
                </a:moveTo>
                <a:lnTo>
                  <a:pt x="214522" y="0"/>
                </a:lnTo>
                <a:cubicBezTo>
                  <a:pt x="332920" y="0"/>
                  <a:pt x="429044" y="96124"/>
                  <a:pt x="429044" y="214522"/>
                </a:cubicBezTo>
                <a:lnTo>
                  <a:pt x="429044" y="214522"/>
                </a:lnTo>
                <a:cubicBezTo>
                  <a:pt x="429044" y="332920"/>
                  <a:pt x="332920" y="429044"/>
                  <a:pt x="214522" y="429044"/>
                </a:cubicBezTo>
                <a:lnTo>
                  <a:pt x="214522" y="429044"/>
                </a:lnTo>
                <a:cubicBezTo>
                  <a:pt x="96124" y="429044"/>
                  <a:pt x="0" y="332920"/>
                  <a:pt x="0" y="214522"/>
                </a:cubicBezTo>
                <a:lnTo>
                  <a:pt x="0" y="214522"/>
                </a:lnTo>
                <a:cubicBezTo>
                  <a:pt x="0" y="96124"/>
                  <a:pt x="96124" y="0"/>
                  <a:pt x="214522" y="0"/>
                </a:cubicBezTo>
                <a:close/>
              </a:path>
            </a:pathLst>
          </a:custGeom>
          <a:solidFill>
            <a:srgbClr val="8B0000"/>
          </a:solidFill>
          <a:ln/>
        </p:spPr>
      </p:sp>
      <p:sp>
        <p:nvSpPr>
          <p:cNvPr id="29" name="Text 27"/>
          <p:cNvSpPr/>
          <p:nvPr/>
        </p:nvSpPr>
        <p:spPr>
          <a:xfrm>
            <a:off x="527367" y="4794566"/>
            <a:ext cx="518428" cy="429044"/>
          </a:xfrm>
          <a:prstGeom prst="rect">
            <a:avLst/>
          </a:prstGeom>
          <a:noFill/>
          <a:ln/>
        </p:spPr>
        <p:txBody>
          <a:bodyPr wrap="square" lIns="0" tIns="0" rIns="0" bIns="0" rtlCol="0" anchor="ctr"/>
          <a:lstStyle/>
          <a:p>
            <a:pPr algn="ctr">
              <a:lnSpc>
                <a:spcPct val="120000"/>
              </a:lnSpc>
            </a:pPr>
            <a:r>
              <a:rPr lang="en-US" sz="1408" b="1" dirty="0">
                <a:solidFill>
                  <a:srgbClr val="F9FAFB"/>
                </a:solidFill>
                <a:latin typeface="Sorts Mill Goudy" pitchFamily="34" charset="0"/>
                <a:ea typeface="Sorts Mill Goudy" pitchFamily="34" charset="-122"/>
                <a:cs typeface="Sorts Mill Goudy" pitchFamily="34" charset="-120"/>
              </a:rPr>
              <a:t>5</a:t>
            </a:r>
            <a:endParaRPr lang="en-US" sz="1600" dirty="0"/>
          </a:p>
        </p:txBody>
      </p:sp>
      <p:sp>
        <p:nvSpPr>
          <p:cNvPr id="30" name="Text 28"/>
          <p:cNvSpPr/>
          <p:nvPr/>
        </p:nvSpPr>
        <p:spPr>
          <a:xfrm>
            <a:off x="1108364" y="4866073"/>
            <a:ext cx="3065877" cy="286029"/>
          </a:xfrm>
          <a:prstGeom prst="rect">
            <a:avLst/>
          </a:prstGeom>
          <a:noFill/>
          <a:ln/>
        </p:spPr>
        <p:txBody>
          <a:bodyPr wrap="square" lIns="0" tIns="0" rIns="0" bIns="0" rtlCol="0" anchor="ctr"/>
          <a:lstStyle/>
          <a:p>
            <a:pPr>
              <a:lnSpc>
                <a:spcPct val="110000"/>
              </a:lnSpc>
            </a:pPr>
            <a:r>
              <a:rPr lang="en-US" sz="1500" b="1" dirty="0">
                <a:latin typeface="Sorts Mill Goudy" panose="020B0604020202020204" charset="0"/>
              </a:rPr>
              <a:t>Custom Price Column Creation</a:t>
            </a:r>
          </a:p>
        </p:txBody>
      </p:sp>
      <p:sp>
        <p:nvSpPr>
          <p:cNvPr id="31" name="Text 29"/>
          <p:cNvSpPr/>
          <p:nvPr/>
        </p:nvSpPr>
        <p:spPr>
          <a:xfrm>
            <a:off x="572059" y="5330871"/>
            <a:ext cx="5532880" cy="786581"/>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Built a custom price column by combining currency code and average cost using CONCATENATE, MID, and FIND.</a:t>
            </a:r>
          </a:p>
        </p:txBody>
      </p:sp>
      <p:sp>
        <p:nvSpPr>
          <p:cNvPr id="32" name="Shape 30"/>
          <p:cNvSpPr/>
          <p:nvPr/>
        </p:nvSpPr>
        <p:spPr>
          <a:xfrm>
            <a:off x="6183373" y="4687305"/>
            <a:ext cx="35754" cy="1537408"/>
          </a:xfrm>
          <a:custGeom>
            <a:avLst/>
            <a:gdLst/>
            <a:ahLst/>
            <a:cxnLst/>
            <a:rect l="l" t="t" r="r" b="b"/>
            <a:pathLst>
              <a:path w="35754" h="1537408">
                <a:moveTo>
                  <a:pt x="0" y="0"/>
                </a:moveTo>
                <a:lnTo>
                  <a:pt x="35754" y="0"/>
                </a:lnTo>
                <a:lnTo>
                  <a:pt x="35754" y="1537408"/>
                </a:lnTo>
                <a:lnTo>
                  <a:pt x="0" y="1537408"/>
                </a:lnTo>
                <a:lnTo>
                  <a:pt x="0" y="0"/>
                </a:lnTo>
                <a:close/>
              </a:path>
            </a:pathLst>
          </a:custGeom>
          <a:solidFill>
            <a:srgbClr val="8B0000"/>
          </a:solidFill>
          <a:ln/>
        </p:spPr>
      </p:sp>
      <p:sp>
        <p:nvSpPr>
          <p:cNvPr id="33" name="Shape 31"/>
          <p:cNvSpPr/>
          <p:nvPr/>
        </p:nvSpPr>
        <p:spPr>
          <a:xfrm>
            <a:off x="6380018" y="4794566"/>
            <a:ext cx="429044" cy="429044"/>
          </a:xfrm>
          <a:custGeom>
            <a:avLst/>
            <a:gdLst/>
            <a:ahLst/>
            <a:cxnLst/>
            <a:rect l="l" t="t" r="r" b="b"/>
            <a:pathLst>
              <a:path w="429044" h="429044">
                <a:moveTo>
                  <a:pt x="214522" y="0"/>
                </a:moveTo>
                <a:lnTo>
                  <a:pt x="214522" y="0"/>
                </a:lnTo>
                <a:cubicBezTo>
                  <a:pt x="332920" y="0"/>
                  <a:pt x="429044" y="96124"/>
                  <a:pt x="429044" y="214522"/>
                </a:cubicBezTo>
                <a:lnTo>
                  <a:pt x="429044" y="214522"/>
                </a:lnTo>
                <a:cubicBezTo>
                  <a:pt x="429044" y="332920"/>
                  <a:pt x="332920" y="429044"/>
                  <a:pt x="214522" y="429044"/>
                </a:cubicBezTo>
                <a:lnTo>
                  <a:pt x="214522" y="429044"/>
                </a:lnTo>
                <a:cubicBezTo>
                  <a:pt x="96124" y="429044"/>
                  <a:pt x="0" y="332920"/>
                  <a:pt x="0" y="214522"/>
                </a:cubicBezTo>
                <a:lnTo>
                  <a:pt x="0" y="214522"/>
                </a:lnTo>
                <a:cubicBezTo>
                  <a:pt x="0" y="96124"/>
                  <a:pt x="96124" y="0"/>
                  <a:pt x="214522" y="0"/>
                </a:cubicBezTo>
                <a:close/>
              </a:path>
            </a:pathLst>
          </a:custGeom>
          <a:solidFill>
            <a:srgbClr val="8B0000"/>
          </a:solidFill>
          <a:ln/>
        </p:spPr>
      </p:sp>
      <p:sp>
        <p:nvSpPr>
          <p:cNvPr id="34" name="Text 32"/>
          <p:cNvSpPr/>
          <p:nvPr/>
        </p:nvSpPr>
        <p:spPr>
          <a:xfrm>
            <a:off x="6335326" y="4794566"/>
            <a:ext cx="518428" cy="429044"/>
          </a:xfrm>
          <a:prstGeom prst="rect">
            <a:avLst/>
          </a:prstGeom>
          <a:noFill/>
          <a:ln/>
        </p:spPr>
        <p:txBody>
          <a:bodyPr wrap="square" lIns="0" tIns="0" rIns="0" bIns="0" rtlCol="0" anchor="ctr"/>
          <a:lstStyle/>
          <a:p>
            <a:pPr algn="ctr">
              <a:lnSpc>
                <a:spcPct val="120000"/>
              </a:lnSpc>
            </a:pPr>
            <a:r>
              <a:rPr lang="en-US" sz="1408" b="1" dirty="0">
                <a:solidFill>
                  <a:srgbClr val="F9FAFB"/>
                </a:solidFill>
                <a:latin typeface="Sorts Mill Goudy" pitchFamily="34" charset="0"/>
                <a:ea typeface="Sorts Mill Goudy" pitchFamily="34" charset="-122"/>
                <a:cs typeface="Sorts Mill Goudy" pitchFamily="34" charset="-120"/>
              </a:rPr>
              <a:t>6</a:t>
            </a:r>
            <a:endParaRPr lang="en-US" sz="1600" dirty="0"/>
          </a:p>
        </p:txBody>
      </p:sp>
      <p:sp>
        <p:nvSpPr>
          <p:cNvPr id="35" name="Text 33"/>
          <p:cNvSpPr/>
          <p:nvPr/>
        </p:nvSpPr>
        <p:spPr>
          <a:xfrm>
            <a:off x="6916323" y="4866073"/>
            <a:ext cx="2136282" cy="286029"/>
          </a:xfrm>
          <a:prstGeom prst="rect">
            <a:avLst/>
          </a:prstGeom>
          <a:noFill/>
          <a:ln/>
        </p:spPr>
        <p:txBody>
          <a:bodyPr wrap="square" lIns="0" tIns="0" rIns="0" bIns="0" rtlCol="0" anchor="ctr"/>
          <a:lstStyle/>
          <a:p>
            <a:pPr>
              <a:lnSpc>
                <a:spcPct val="110000"/>
              </a:lnSpc>
            </a:pPr>
            <a:r>
              <a:rPr lang="en-US" sz="1500" b="1" dirty="0">
                <a:latin typeface="Sorts Mill Goudy" panose="020B0604020202020204" charset="0"/>
              </a:rPr>
              <a:t>Currency Conversion</a:t>
            </a:r>
          </a:p>
        </p:txBody>
      </p:sp>
      <p:sp>
        <p:nvSpPr>
          <p:cNvPr id="36" name="Text 34"/>
          <p:cNvSpPr/>
          <p:nvPr/>
        </p:nvSpPr>
        <p:spPr>
          <a:xfrm>
            <a:off x="6380018" y="5330871"/>
            <a:ext cx="5532880" cy="786581"/>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Simplified cost analysis by converting all currencies to INR using LOOKUP with a conversion table for standardized comparison.</a:t>
            </a:r>
          </a:p>
          <a:p>
            <a:pPr>
              <a:lnSpc>
                <a:spcPct val="140000"/>
              </a:lnSpc>
            </a:pPr>
            <a:endParaRPr lang="en-US" sz="1300" dirty="0">
              <a:solidFill>
                <a:srgbClr val="1F2937"/>
              </a:solidFill>
              <a:latin typeface="Sorts Mill Goudy" pitchFamily="34" charset="0"/>
            </a:endParaRPr>
          </a:p>
        </p:txBody>
      </p:sp>
      <p:sp>
        <p:nvSpPr>
          <p:cNvPr id="37" name="Shape 35"/>
          <p:cNvSpPr/>
          <p:nvPr/>
        </p:nvSpPr>
        <p:spPr>
          <a:xfrm>
            <a:off x="357537" y="6328109"/>
            <a:ext cx="11591176" cy="536305"/>
          </a:xfrm>
          <a:custGeom>
            <a:avLst/>
            <a:gdLst/>
            <a:ahLst/>
            <a:cxnLst/>
            <a:rect l="l" t="t" r="r" b="b"/>
            <a:pathLst>
              <a:path w="11459050" h="536305">
                <a:moveTo>
                  <a:pt x="0" y="0"/>
                </a:moveTo>
                <a:lnTo>
                  <a:pt x="11459050" y="0"/>
                </a:lnTo>
                <a:lnTo>
                  <a:pt x="11459050" y="536305"/>
                </a:lnTo>
                <a:lnTo>
                  <a:pt x="0" y="536305"/>
                </a:lnTo>
                <a:lnTo>
                  <a:pt x="0" y="0"/>
                </a:lnTo>
                <a:close/>
              </a:path>
            </a:pathLst>
          </a:custGeom>
          <a:solidFill>
            <a:srgbClr val="8B0000">
              <a:alpha val="10196"/>
            </a:srgbClr>
          </a:solidFill>
          <a:ln/>
        </p:spPr>
      </p:sp>
      <p:sp>
        <p:nvSpPr>
          <p:cNvPr id="38" name="Shape 36"/>
          <p:cNvSpPr/>
          <p:nvPr/>
        </p:nvSpPr>
        <p:spPr>
          <a:xfrm>
            <a:off x="375413" y="6365492"/>
            <a:ext cx="35754" cy="536305"/>
          </a:xfrm>
          <a:custGeom>
            <a:avLst/>
            <a:gdLst/>
            <a:ahLst/>
            <a:cxnLst/>
            <a:rect l="l" t="t" r="r" b="b"/>
            <a:pathLst>
              <a:path w="35754" h="536305">
                <a:moveTo>
                  <a:pt x="0" y="0"/>
                </a:moveTo>
                <a:lnTo>
                  <a:pt x="35754" y="0"/>
                </a:lnTo>
                <a:lnTo>
                  <a:pt x="35754" y="536305"/>
                </a:lnTo>
                <a:lnTo>
                  <a:pt x="0" y="536305"/>
                </a:lnTo>
                <a:lnTo>
                  <a:pt x="0" y="0"/>
                </a:lnTo>
                <a:close/>
              </a:path>
            </a:pathLst>
          </a:custGeom>
          <a:solidFill>
            <a:srgbClr val="8B0000"/>
          </a:solidFill>
          <a:ln/>
        </p:spPr>
      </p:sp>
      <p:sp>
        <p:nvSpPr>
          <p:cNvPr id="39" name="Shape 37"/>
          <p:cNvSpPr/>
          <p:nvPr/>
        </p:nvSpPr>
        <p:spPr>
          <a:xfrm>
            <a:off x="578963" y="6472754"/>
            <a:ext cx="214522" cy="214522"/>
          </a:xfrm>
          <a:custGeom>
            <a:avLst/>
            <a:gdLst/>
            <a:ahLst/>
            <a:cxnLst/>
            <a:rect l="l" t="t" r="r" b="b"/>
            <a:pathLst>
              <a:path w="214522" h="214522">
                <a:moveTo>
                  <a:pt x="107261" y="214522"/>
                </a:moveTo>
                <a:cubicBezTo>
                  <a:pt x="166460" y="214522"/>
                  <a:pt x="214522" y="166460"/>
                  <a:pt x="214522" y="107261"/>
                </a:cubicBezTo>
                <a:cubicBezTo>
                  <a:pt x="214522" y="48062"/>
                  <a:pt x="166460" y="0"/>
                  <a:pt x="107261" y="0"/>
                </a:cubicBezTo>
                <a:cubicBezTo>
                  <a:pt x="48062" y="0"/>
                  <a:pt x="0" y="48062"/>
                  <a:pt x="0" y="107261"/>
                </a:cubicBezTo>
                <a:cubicBezTo>
                  <a:pt x="0" y="166460"/>
                  <a:pt x="48062" y="214522"/>
                  <a:pt x="107261" y="214522"/>
                </a:cubicBezTo>
                <a:close/>
                <a:moveTo>
                  <a:pt x="142624" y="89119"/>
                </a:moveTo>
                <a:lnTo>
                  <a:pt x="109105" y="142749"/>
                </a:lnTo>
                <a:cubicBezTo>
                  <a:pt x="107345" y="145557"/>
                  <a:pt x="104328" y="147316"/>
                  <a:pt x="101018" y="147484"/>
                </a:cubicBezTo>
                <a:cubicBezTo>
                  <a:pt x="97708" y="147651"/>
                  <a:pt x="94524" y="146143"/>
                  <a:pt x="92555" y="143462"/>
                </a:cubicBezTo>
                <a:lnTo>
                  <a:pt x="72443" y="116646"/>
                </a:lnTo>
                <a:cubicBezTo>
                  <a:pt x="69091" y="112205"/>
                  <a:pt x="70013" y="105920"/>
                  <a:pt x="74454" y="102568"/>
                </a:cubicBezTo>
                <a:cubicBezTo>
                  <a:pt x="78895" y="99216"/>
                  <a:pt x="85180" y="100138"/>
                  <a:pt x="88532" y="104579"/>
                </a:cubicBezTo>
                <a:lnTo>
                  <a:pt x="99845" y="119663"/>
                </a:lnTo>
                <a:lnTo>
                  <a:pt x="125571" y="78477"/>
                </a:lnTo>
                <a:cubicBezTo>
                  <a:pt x="128504" y="73784"/>
                  <a:pt x="134705" y="72317"/>
                  <a:pt x="139439" y="75292"/>
                </a:cubicBezTo>
                <a:cubicBezTo>
                  <a:pt x="144174" y="78267"/>
                  <a:pt x="145598" y="84426"/>
                  <a:pt x="142624" y="89161"/>
                </a:cubicBezTo>
                <a:close/>
              </a:path>
            </a:pathLst>
          </a:custGeom>
          <a:solidFill>
            <a:srgbClr val="8B0000"/>
          </a:solidFill>
          <a:ln/>
        </p:spPr>
      </p:sp>
      <p:sp>
        <p:nvSpPr>
          <p:cNvPr id="40" name="Text 38"/>
          <p:cNvSpPr/>
          <p:nvPr/>
        </p:nvSpPr>
        <p:spPr>
          <a:xfrm>
            <a:off x="900294" y="6365492"/>
            <a:ext cx="11054870" cy="367370"/>
          </a:xfrm>
          <a:prstGeom prst="rect">
            <a:avLst/>
          </a:prstGeom>
          <a:noFill/>
          <a:ln/>
        </p:spPr>
        <p:txBody>
          <a:bodyPr wrap="square" lIns="0" tIns="0" rIns="0" bIns="0" rtlCol="0" anchor="ctr"/>
          <a:lstStyle/>
          <a:p>
            <a:pPr>
              <a:lnSpc>
                <a:spcPct val="130000"/>
              </a:lnSpc>
            </a:pPr>
            <a:r>
              <a:rPr lang="en-US" sz="1500" b="1" dirty="0">
                <a:latin typeface="Sorts Mill Goudy" panose="020B0604020202020204" charset="0"/>
              </a:rPr>
              <a:t>Date Formatting: </a:t>
            </a:r>
            <a:r>
              <a:rPr lang="en-US" sz="1300" dirty="0">
                <a:solidFill>
                  <a:srgbClr val="1F2937"/>
                </a:solidFill>
                <a:latin typeface="Sorts Mill Goudy" pitchFamily="34" charset="0"/>
              </a:rPr>
              <a:t>Converted Datekey_Opening values to standardized yyyy-mm-dd format for temporal trend analysis and year-wise comparisons.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1000" y="43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3" name="Text 1"/>
          <p:cNvSpPr/>
          <p:nvPr/>
        </p:nvSpPr>
        <p:spPr>
          <a:xfrm>
            <a:off x="529590" y="552450"/>
            <a:ext cx="352425"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04</a:t>
            </a:r>
            <a:endParaRPr lang="en-US" sz="1600" dirty="0"/>
          </a:p>
        </p:txBody>
      </p:sp>
      <p:sp>
        <p:nvSpPr>
          <p:cNvPr id="4" name="Text 2"/>
          <p:cNvSpPr/>
          <p:nvPr/>
        </p:nvSpPr>
        <p:spPr>
          <a:xfrm>
            <a:off x="1066800" y="319208"/>
            <a:ext cx="2714625" cy="190500"/>
          </a:xfrm>
          <a:prstGeom prst="rect">
            <a:avLst/>
          </a:prstGeom>
          <a:noFill/>
          <a:ln/>
        </p:spPr>
        <p:txBody>
          <a:bodyPr wrap="square" lIns="0" tIns="0" rIns="0" bIns="0" rtlCol="0" anchor="ctr"/>
          <a:lstStyle/>
          <a:p>
            <a:pPr>
              <a:lnSpc>
                <a:spcPct val="120000"/>
              </a:lnSpc>
            </a:pPr>
            <a:r>
              <a:rPr lang="en-US" sz="1050" b="1" kern="0" spc="158" dirty="0">
                <a:solidFill>
                  <a:srgbClr val="8B0000"/>
                </a:solidFill>
                <a:latin typeface="Sorts Mill Goudy" pitchFamily="34" charset="0"/>
                <a:ea typeface="Sorts Mill Goudy" pitchFamily="34" charset="-122"/>
                <a:cs typeface="Sorts Mill Goudy" pitchFamily="34" charset="-120"/>
              </a:rPr>
              <a:t>Approach</a:t>
            </a:r>
            <a:endParaRPr lang="en-US" sz="1600" dirty="0"/>
          </a:p>
        </p:txBody>
      </p:sp>
      <p:sp>
        <p:nvSpPr>
          <p:cNvPr id="5" name="Text 3"/>
          <p:cNvSpPr/>
          <p:nvPr/>
        </p:nvSpPr>
        <p:spPr>
          <a:xfrm>
            <a:off x="1066800" y="571500"/>
            <a:ext cx="2876550"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Methodology</a:t>
            </a:r>
            <a:endParaRPr lang="en-US" sz="1600" dirty="0"/>
          </a:p>
        </p:txBody>
      </p:sp>
      <p:sp>
        <p:nvSpPr>
          <p:cNvPr id="6" name="Shape 4"/>
          <p:cNvSpPr/>
          <p:nvPr/>
        </p:nvSpPr>
        <p:spPr>
          <a:xfrm>
            <a:off x="381000" y="11430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8" name="Shape 6"/>
          <p:cNvSpPr/>
          <p:nvPr/>
        </p:nvSpPr>
        <p:spPr>
          <a:xfrm>
            <a:off x="400050" y="1371600"/>
            <a:ext cx="38100" cy="3257550"/>
          </a:xfrm>
          <a:custGeom>
            <a:avLst/>
            <a:gdLst/>
            <a:ahLst/>
            <a:cxnLst/>
            <a:rect l="l" t="t" r="r" b="b"/>
            <a:pathLst>
              <a:path w="38100" h="3257550">
                <a:moveTo>
                  <a:pt x="0" y="0"/>
                </a:moveTo>
                <a:lnTo>
                  <a:pt x="38100" y="0"/>
                </a:lnTo>
                <a:lnTo>
                  <a:pt x="38100" y="3257550"/>
                </a:lnTo>
                <a:lnTo>
                  <a:pt x="0" y="3257550"/>
                </a:lnTo>
                <a:lnTo>
                  <a:pt x="0" y="0"/>
                </a:lnTo>
                <a:close/>
              </a:path>
            </a:pathLst>
          </a:custGeom>
          <a:solidFill>
            <a:srgbClr val="8B0000"/>
          </a:solidFill>
          <a:ln/>
        </p:spPr>
      </p:sp>
      <p:sp>
        <p:nvSpPr>
          <p:cNvPr id="9" name="Shape 7"/>
          <p:cNvSpPr/>
          <p:nvPr/>
        </p:nvSpPr>
        <p:spPr>
          <a:xfrm>
            <a:off x="609600" y="1600079"/>
            <a:ext cx="285750" cy="228600"/>
          </a:xfrm>
          <a:custGeom>
            <a:avLst/>
            <a:gdLst/>
            <a:ahLst/>
            <a:cxnLst/>
            <a:rect l="l" t="t" r="r" b="b"/>
            <a:pathLst>
              <a:path w="285750" h="228600">
                <a:moveTo>
                  <a:pt x="185693" y="93985"/>
                </a:moveTo>
                <a:cubicBezTo>
                  <a:pt x="191140" y="92512"/>
                  <a:pt x="196855" y="95101"/>
                  <a:pt x="199311" y="100146"/>
                </a:cubicBezTo>
                <a:lnTo>
                  <a:pt x="207615" y="116934"/>
                </a:lnTo>
                <a:cubicBezTo>
                  <a:pt x="212214" y="117559"/>
                  <a:pt x="216724" y="118809"/>
                  <a:pt x="220965" y="120551"/>
                </a:cubicBezTo>
                <a:lnTo>
                  <a:pt x="236592" y="110148"/>
                </a:lnTo>
                <a:cubicBezTo>
                  <a:pt x="241280" y="107022"/>
                  <a:pt x="247486" y="107647"/>
                  <a:pt x="251460" y="111621"/>
                </a:cubicBezTo>
                <a:lnTo>
                  <a:pt x="260033" y="120194"/>
                </a:lnTo>
                <a:cubicBezTo>
                  <a:pt x="264006" y="124167"/>
                  <a:pt x="264631" y="130418"/>
                  <a:pt x="261506" y="135062"/>
                </a:cubicBezTo>
                <a:lnTo>
                  <a:pt x="251103" y="150644"/>
                </a:lnTo>
                <a:cubicBezTo>
                  <a:pt x="251951" y="152742"/>
                  <a:pt x="252710" y="154930"/>
                  <a:pt x="253335" y="157207"/>
                </a:cubicBezTo>
                <a:cubicBezTo>
                  <a:pt x="253960" y="159484"/>
                  <a:pt x="254362" y="161717"/>
                  <a:pt x="254675" y="163994"/>
                </a:cubicBezTo>
                <a:lnTo>
                  <a:pt x="271507" y="172298"/>
                </a:lnTo>
                <a:cubicBezTo>
                  <a:pt x="276552" y="174799"/>
                  <a:pt x="279142" y="180514"/>
                  <a:pt x="277669" y="185916"/>
                </a:cubicBezTo>
                <a:lnTo>
                  <a:pt x="274543" y="197614"/>
                </a:lnTo>
                <a:cubicBezTo>
                  <a:pt x="273070" y="203016"/>
                  <a:pt x="268025" y="206678"/>
                  <a:pt x="262399" y="206320"/>
                </a:cubicBezTo>
                <a:lnTo>
                  <a:pt x="243647" y="205115"/>
                </a:lnTo>
                <a:cubicBezTo>
                  <a:pt x="240834" y="208731"/>
                  <a:pt x="237574" y="212080"/>
                  <a:pt x="233869" y="214938"/>
                </a:cubicBezTo>
                <a:lnTo>
                  <a:pt x="235074" y="233645"/>
                </a:lnTo>
                <a:cubicBezTo>
                  <a:pt x="235431" y="239271"/>
                  <a:pt x="231770" y="244361"/>
                  <a:pt x="226368" y="245790"/>
                </a:cubicBezTo>
                <a:lnTo>
                  <a:pt x="214670" y="248915"/>
                </a:lnTo>
                <a:cubicBezTo>
                  <a:pt x="209223" y="250388"/>
                  <a:pt x="203552" y="247799"/>
                  <a:pt x="201052" y="242754"/>
                </a:cubicBezTo>
                <a:lnTo>
                  <a:pt x="192747" y="225966"/>
                </a:lnTo>
                <a:cubicBezTo>
                  <a:pt x="188149" y="225341"/>
                  <a:pt x="183639" y="224091"/>
                  <a:pt x="179397" y="222349"/>
                </a:cubicBezTo>
                <a:lnTo>
                  <a:pt x="163770" y="232752"/>
                </a:lnTo>
                <a:cubicBezTo>
                  <a:pt x="159082" y="235878"/>
                  <a:pt x="152876" y="235253"/>
                  <a:pt x="148903" y="231279"/>
                </a:cubicBezTo>
                <a:lnTo>
                  <a:pt x="140330" y="222706"/>
                </a:lnTo>
                <a:cubicBezTo>
                  <a:pt x="136356" y="218733"/>
                  <a:pt x="135731" y="212527"/>
                  <a:pt x="138857" y="207838"/>
                </a:cubicBezTo>
                <a:lnTo>
                  <a:pt x="149260" y="192212"/>
                </a:lnTo>
                <a:cubicBezTo>
                  <a:pt x="148411" y="190113"/>
                  <a:pt x="147652" y="187925"/>
                  <a:pt x="147027" y="185648"/>
                </a:cubicBezTo>
                <a:cubicBezTo>
                  <a:pt x="146402" y="183371"/>
                  <a:pt x="146000" y="181094"/>
                  <a:pt x="145688" y="178862"/>
                </a:cubicBezTo>
                <a:lnTo>
                  <a:pt x="128855" y="170557"/>
                </a:lnTo>
                <a:cubicBezTo>
                  <a:pt x="123810" y="168057"/>
                  <a:pt x="121265" y="162342"/>
                  <a:pt x="122694" y="156939"/>
                </a:cubicBezTo>
                <a:lnTo>
                  <a:pt x="125819" y="145241"/>
                </a:lnTo>
                <a:cubicBezTo>
                  <a:pt x="127293" y="139839"/>
                  <a:pt x="132338" y="136178"/>
                  <a:pt x="137964" y="136535"/>
                </a:cubicBezTo>
                <a:lnTo>
                  <a:pt x="156671" y="137740"/>
                </a:lnTo>
                <a:cubicBezTo>
                  <a:pt x="159484" y="134124"/>
                  <a:pt x="162744" y="130775"/>
                  <a:pt x="166449" y="127918"/>
                </a:cubicBezTo>
                <a:lnTo>
                  <a:pt x="165244" y="109255"/>
                </a:lnTo>
                <a:cubicBezTo>
                  <a:pt x="164887" y="103629"/>
                  <a:pt x="168548" y="98539"/>
                  <a:pt x="173950" y="97110"/>
                </a:cubicBezTo>
                <a:lnTo>
                  <a:pt x="185648" y="93985"/>
                </a:lnTo>
                <a:close/>
                <a:moveTo>
                  <a:pt x="200204" y="151805"/>
                </a:moveTo>
                <a:cubicBezTo>
                  <a:pt x="189361" y="151817"/>
                  <a:pt x="180568" y="160630"/>
                  <a:pt x="180581" y="171472"/>
                </a:cubicBezTo>
                <a:cubicBezTo>
                  <a:pt x="180593" y="182315"/>
                  <a:pt x="189406" y="191108"/>
                  <a:pt x="200248" y="191095"/>
                </a:cubicBezTo>
                <a:cubicBezTo>
                  <a:pt x="211091" y="191083"/>
                  <a:pt x="219884" y="182270"/>
                  <a:pt x="219871" y="171428"/>
                </a:cubicBezTo>
                <a:cubicBezTo>
                  <a:pt x="219859" y="160585"/>
                  <a:pt x="211046" y="151792"/>
                  <a:pt x="200204" y="151805"/>
                </a:cubicBezTo>
                <a:close/>
                <a:moveTo>
                  <a:pt x="100414" y="-20315"/>
                </a:moveTo>
                <a:lnTo>
                  <a:pt x="112112" y="-17190"/>
                </a:lnTo>
                <a:cubicBezTo>
                  <a:pt x="117515" y="-15716"/>
                  <a:pt x="121176" y="-10626"/>
                  <a:pt x="120819" y="-5045"/>
                </a:cubicBezTo>
                <a:lnTo>
                  <a:pt x="119613" y="13618"/>
                </a:lnTo>
                <a:cubicBezTo>
                  <a:pt x="123319" y="16475"/>
                  <a:pt x="126578" y="19779"/>
                  <a:pt x="129391" y="23440"/>
                </a:cubicBezTo>
                <a:lnTo>
                  <a:pt x="148144" y="22235"/>
                </a:lnTo>
                <a:cubicBezTo>
                  <a:pt x="153725" y="21878"/>
                  <a:pt x="158814" y="25539"/>
                  <a:pt x="160288" y="30941"/>
                </a:cubicBezTo>
                <a:lnTo>
                  <a:pt x="163413" y="42639"/>
                </a:lnTo>
                <a:cubicBezTo>
                  <a:pt x="164842" y="48042"/>
                  <a:pt x="162297" y="53757"/>
                  <a:pt x="157252" y="56257"/>
                </a:cubicBezTo>
                <a:lnTo>
                  <a:pt x="140419" y="64562"/>
                </a:lnTo>
                <a:cubicBezTo>
                  <a:pt x="140107" y="66839"/>
                  <a:pt x="139660" y="69116"/>
                  <a:pt x="139080" y="71348"/>
                </a:cubicBezTo>
                <a:cubicBezTo>
                  <a:pt x="138499" y="73581"/>
                  <a:pt x="137696" y="75813"/>
                  <a:pt x="136847" y="77912"/>
                </a:cubicBezTo>
                <a:lnTo>
                  <a:pt x="147251" y="93538"/>
                </a:lnTo>
                <a:cubicBezTo>
                  <a:pt x="150376" y="98227"/>
                  <a:pt x="149751" y="104433"/>
                  <a:pt x="145777" y="108406"/>
                </a:cubicBezTo>
                <a:lnTo>
                  <a:pt x="137205" y="116979"/>
                </a:lnTo>
                <a:cubicBezTo>
                  <a:pt x="133231" y="120953"/>
                  <a:pt x="127025" y="121578"/>
                  <a:pt x="122337" y="118452"/>
                </a:cubicBezTo>
                <a:lnTo>
                  <a:pt x="106710" y="108049"/>
                </a:lnTo>
                <a:cubicBezTo>
                  <a:pt x="102468" y="109791"/>
                  <a:pt x="97959" y="111041"/>
                  <a:pt x="93360" y="111666"/>
                </a:cubicBezTo>
                <a:lnTo>
                  <a:pt x="85055" y="128454"/>
                </a:lnTo>
                <a:cubicBezTo>
                  <a:pt x="82555" y="133499"/>
                  <a:pt x="76840" y="136044"/>
                  <a:pt x="71438" y="134615"/>
                </a:cubicBezTo>
                <a:lnTo>
                  <a:pt x="59740" y="131490"/>
                </a:lnTo>
                <a:cubicBezTo>
                  <a:pt x="54293" y="130016"/>
                  <a:pt x="50676" y="124926"/>
                  <a:pt x="51033" y="119345"/>
                </a:cubicBezTo>
                <a:lnTo>
                  <a:pt x="52239" y="100638"/>
                </a:lnTo>
                <a:cubicBezTo>
                  <a:pt x="48533" y="97780"/>
                  <a:pt x="45274" y="94476"/>
                  <a:pt x="42461" y="90815"/>
                </a:cubicBezTo>
                <a:lnTo>
                  <a:pt x="23708" y="92020"/>
                </a:lnTo>
                <a:cubicBezTo>
                  <a:pt x="18127" y="92378"/>
                  <a:pt x="13037" y="88716"/>
                  <a:pt x="11564" y="83314"/>
                </a:cubicBezTo>
                <a:lnTo>
                  <a:pt x="8439" y="71616"/>
                </a:lnTo>
                <a:cubicBezTo>
                  <a:pt x="7010" y="66214"/>
                  <a:pt x="9555" y="60499"/>
                  <a:pt x="14600" y="57998"/>
                </a:cubicBezTo>
                <a:lnTo>
                  <a:pt x="31433" y="49694"/>
                </a:lnTo>
                <a:cubicBezTo>
                  <a:pt x="31745" y="47417"/>
                  <a:pt x="32192" y="45184"/>
                  <a:pt x="32772" y="42907"/>
                </a:cubicBezTo>
                <a:cubicBezTo>
                  <a:pt x="33397" y="40630"/>
                  <a:pt x="34111" y="38442"/>
                  <a:pt x="35004" y="36344"/>
                </a:cubicBezTo>
                <a:lnTo>
                  <a:pt x="24601" y="20762"/>
                </a:lnTo>
                <a:cubicBezTo>
                  <a:pt x="21476" y="16073"/>
                  <a:pt x="22101" y="9867"/>
                  <a:pt x="26075" y="5894"/>
                </a:cubicBezTo>
                <a:lnTo>
                  <a:pt x="34647" y="-2679"/>
                </a:lnTo>
                <a:cubicBezTo>
                  <a:pt x="38621" y="-6653"/>
                  <a:pt x="44827" y="-7278"/>
                  <a:pt x="49515" y="-4152"/>
                </a:cubicBezTo>
                <a:lnTo>
                  <a:pt x="65142" y="6251"/>
                </a:lnTo>
                <a:cubicBezTo>
                  <a:pt x="69384" y="4509"/>
                  <a:pt x="73893" y="3259"/>
                  <a:pt x="78492" y="2634"/>
                </a:cubicBezTo>
                <a:lnTo>
                  <a:pt x="86797" y="-14154"/>
                </a:lnTo>
                <a:cubicBezTo>
                  <a:pt x="89297" y="-19199"/>
                  <a:pt x="94967" y="-21744"/>
                  <a:pt x="100414" y="-20315"/>
                </a:cubicBezTo>
                <a:close/>
                <a:moveTo>
                  <a:pt x="85904" y="37505"/>
                </a:moveTo>
                <a:cubicBezTo>
                  <a:pt x="75061" y="37505"/>
                  <a:pt x="66258" y="46307"/>
                  <a:pt x="66258" y="57150"/>
                </a:cubicBezTo>
                <a:cubicBezTo>
                  <a:pt x="66258" y="67993"/>
                  <a:pt x="75061" y="76795"/>
                  <a:pt x="85904" y="76795"/>
                </a:cubicBezTo>
                <a:cubicBezTo>
                  <a:pt x="96746" y="76795"/>
                  <a:pt x="105549" y="67993"/>
                  <a:pt x="105549" y="57150"/>
                </a:cubicBezTo>
                <a:cubicBezTo>
                  <a:pt x="105549" y="46307"/>
                  <a:pt x="96746" y="37505"/>
                  <a:pt x="85904" y="37505"/>
                </a:cubicBezTo>
                <a:close/>
              </a:path>
            </a:pathLst>
          </a:custGeom>
          <a:solidFill>
            <a:srgbClr val="8B0000"/>
          </a:solidFill>
          <a:ln/>
        </p:spPr>
      </p:sp>
      <p:sp>
        <p:nvSpPr>
          <p:cNvPr id="10" name="Text 8"/>
          <p:cNvSpPr/>
          <p:nvPr/>
        </p:nvSpPr>
        <p:spPr>
          <a:xfrm>
            <a:off x="895350" y="1562100"/>
            <a:ext cx="108394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Analytical Framework</a:t>
            </a:r>
            <a:endParaRPr lang="en-US" sz="1600" dirty="0"/>
          </a:p>
        </p:txBody>
      </p:sp>
      <p:sp>
        <p:nvSpPr>
          <p:cNvPr id="11" name="Text 9"/>
          <p:cNvSpPr/>
          <p:nvPr/>
        </p:nvSpPr>
        <p:spPr>
          <a:xfrm>
            <a:off x="609600" y="2019179"/>
            <a:ext cx="11096625" cy="561975"/>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ea typeface="Sorts Mill Goudy" pitchFamily="34" charset="-122"/>
                <a:cs typeface="Sorts Mill Goudy" pitchFamily="34" charset="-120"/>
              </a:rPr>
              <a:t>Our comprehensive analysis followed a structured approach combining data cleaning, enrichment, and multi-dimensional statistical analysis to derive actionable expansion insights.</a:t>
            </a:r>
            <a:endParaRPr lang="en-US" sz="1300" dirty="0"/>
          </a:p>
        </p:txBody>
      </p:sp>
      <p:sp>
        <p:nvSpPr>
          <p:cNvPr id="12" name="Shape 10"/>
          <p:cNvSpPr/>
          <p:nvPr/>
        </p:nvSpPr>
        <p:spPr>
          <a:xfrm>
            <a:off x="609600" y="2766892"/>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solidFill>
          <a:ln/>
        </p:spPr>
      </p:sp>
      <p:sp>
        <p:nvSpPr>
          <p:cNvPr id="13" name="Shape 11"/>
          <p:cNvSpPr/>
          <p:nvPr/>
        </p:nvSpPr>
        <p:spPr>
          <a:xfrm>
            <a:off x="689372" y="2852617"/>
            <a:ext cx="150019" cy="133350"/>
          </a:xfrm>
          <a:custGeom>
            <a:avLst/>
            <a:gdLst/>
            <a:ahLst/>
            <a:cxnLst/>
            <a:rect l="l" t="t" r="r" b="b"/>
            <a:pathLst>
              <a:path w="150019" h="133350">
                <a:moveTo>
                  <a:pt x="147571" y="14221"/>
                </a:moveTo>
                <a:cubicBezTo>
                  <a:pt x="150826" y="10965"/>
                  <a:pt x="150826" y="5678"/>
                  <a:pt x="147571" y="2422"/>
                </a:cubicBezTo>
                <a:cubicBezTo>
                  <a:pt x="144315" y="-833"/>
                  <a:pt x="139028" y="-833"/>
                  <a:pt x="135772" y="2422"/>
                </a:cubicBezTo>
                <a:lnTo>
                  <a:pt x="85766" y="52428"/>
                </a:lnTo>
                <a:lnTo>
                  <a:pt x="76728" y="43391"/>
                </a:lnTo>
                <a:cubicBezTo>
                  <a:pt x="75634" y="42297"/>
                  <a:pt x="74124" y="41672"/>
                  <a:pt x="72561" y="41672"/>
                </a:cubicBezTo>
                <a:cubicBezTo>
                  <a:pt x="69306" y="41672"/>
                  <a:pt x="66675" y="44302"/>
                  <a:pt x="66675" y="47558"/>
                </a:cubicBezTo>
                <a:lnTo>
                  <a:pt x="66675" y="55137"/>
                </a:lnTo>
                <a:lnTo>
                  <a:pt x="94882" y="83344"/>
                </a:lnTo>
                <a:lnTo>
                  <a:pt x="102461" y="83344"/>
                </a:lnTo>
                <a:cubicBezTo>
                  <a:pt x="105716" y="83344"/>
                  <a:pt x="108347" y="80713"/>
                  <a:pt x="108347" y="77458"/>
                </a:cubicBezTo>
                <a:cubicBezTo>
                  <a:pt x="108347" y="75895"/>
                  <a:pt x="107722" y="74384"/>
                  <a:pt x="106628" y="73290"/>
                </a:cubicBezTo>
                <a:lnTo>
                  <a:pt x="97590" y="64253"/>
                </a:lnTo>
                <a:lnTo>
                  <a:pt x="147597" y="14247"/>
                </a:lnTo>
                <a:close/>
                <a:moveTo>
                  <a:pt x="88839" y="92043"/>
                </a:moveTo>
                <a:lnTo>
                  <a:pt x="57976" y="61180"/>
                </a:lnTo>
                <a:cubicBezTo>
                  <a:pt x="46855" y="60216"/>
                  <a:pt x="35786" y="64227"/>
                  <a:pt x="27816" y="72197"/>
                </a:cubicBezTo>
                <a:lnTo>
                  <a:pt x="25732" y="74280"/>
                </a:lnTo>
                <a:cubicBezTo>
                  <a:pt x="19924" y="80088"/>
                  <a:pt x="16669" y="87954"/>
                  <a:pt x="16669" y="96158"/>
                </a:cubicBezTo>
                <a:cubicBezTo>
                  <a:pt x="16669" y="97929"/>
                  <a:pt x="18518" y="99075"/>
                  <a:pt x="20107" y="98294"/>
                </a:cubicBezTo>
                <a:lnTo>
                  <a:pt x="33416" y="91652"/>
                </a:lnTo>
                <a:cubicBezTo>
                  <a:pt x="34718" y="91001"/>
                  <a:pt x="35890" y="92720"/>
                  <a:pt x="34822" y="93710"/>
                </a:cubicBezTo>
                <a:lnTo>
                  <a:pt x="1901" y="123297"/>
                </a:lnTo>
                <a:cubicBezTo>
                  <a:pt x="703" y="124391"/>
                  <a:pt x="0" y="125953"/>
                  <a:pt x="0" y="127594"/>
                </a:cubicBezTo>
                <a:cubicBezTo>
                  <a:pt x="0" y="130772"/>
                  <a:pt x="2578" y="133350"/>
                  <a:pt x="5756" y="133350"/>
                </a:cubicBezTo>
                <a:lnTo>
                  <a:pt x="50892" y="133350"/>
                </a:lnTo>
                <a:cubicBezTo>
                  <a:pt x="60997" y="133350"/>
                  <a:pt x="70660" y="129339"/>
                  <a:pt x="77822" y="122203"/>
                </a:cubicBezTo>
                <a:cubicBezTo>
                  <a:pt x="85792" y="114233"/>
                  <a:pt x="89777" y="103164"/>
                  <a:pt x="88839" y="92043"/>
                </a:cubicBezTo>
                <a:close/>
              </a:path>
            </a:pathLst>
          </a:custGeom>
          <a:solidFill>
            <a:srgbClr val="F9FAFB"/>
          </a:solidFill>
          <a:ln/>
        </p:spPr>
      </p:sp>
      <p:sp>
        <p:nvSpPr>
          <p:cNvPr id="14" name="Text 12"/>
          <p:cNvSpPr/>
          <p:nvPr/>
        </p:nvSpPr>
        <p:spPr>
          <a:xfrm>
            <a:off x="1028700" y="2728792"/>
            <a:ext cx="435292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ea typeface="Sorts Mill Goudy" pitchFamily="34" charset="-122"/>
                <a:cs typeface="Sorts Mill Goudy" pitchFamily="34" charset="-120"/>
              </a:rPr>
              <a:t>Data Cleaning</a:t>
            </a:r>
            <a:endParaRPr lang="en-US" sz="1500" dirty="0"/>
          </a:p>
        </p:txBody>
      </p:sp>
      <p:sp>
        <p:nvSpPr>
          <p:cNvPr id="15" name="Text 13"/>
          <p:cNvSpPr/>
          <p:nvPr/>
        </p:nvSpPr>
        <p:spPr>
          <a:xfrm>
            <a:off x="1028699" y="2929940"/>
            <a:ext cx="4896239" cy="371475"/>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Removed duplicates, standardized formats, treated missing values</a:t>
            </a:r>
          </a:p>
        </p:txBody>
      </p:sp>
      <p:sp>
        <p:nvSpPr>
          <p:cNvPr id="16" name="Shape 14"/>
          <p:cNvSpPr/>
          <p:nvPr/>
        </p:nvSpPr>
        <p:spPr>
          <a:xfrm>
            <a:off x="609600" y="3376492"/>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solidFill>
          <a:ln/>
        </p:spPr>
      </p:sp>
      <p:sp>
        <p:nvSpPr>
          <p:cNvPr id="17" name="Shape 15"/>
          <p:cNvSpPr/>
          <p:nvPr/>
        </p:nvSpPr>
        <p:spPr>
          <a:xfrm>
            <a:off x="697706" y="346221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60424" y="89595"/>
                </a:moveTo>
                <a:lnTo>
                  <a:pt x="60424" y="72926"/>
                </a:lnTo>
                <a:lnTo>
                  <a:pt x="43755" y="72926"/>
                </a:lnTo>
                <a:cubicBezTo>
                  <a:pt x="40291" y="72926"/>
                  <a:pt x="37505" y="70139"/>
                  <a:pt x="37505" y="66675"/>
                </a:cubicBezTo>
                <a:cubicBezTo>
                  <a:pt x="37505" y="63211"/>
                  <a:pt x="40291" y="60424"/>
                  <a:pt x="43755" y="60424"/>
                </a:cubicBezTo>
                <a:lnTo>
                  <a:pt x="60424" y="60424"/>
                </a:lnTo>
                <a:lnTo>
                  <a:pt x="60424" y="43755"/>
                </a:lnTo>
                <a:cubicBezTo>
                  <a:pt x="60424" y="40291"/>
                  <a:pt x="63211" y="37505"/>
                  <a:pt x="66675" y="37505"/>
                </a:cubicBezTo>
                <a:cubicBezTo>
                  <a:pt x="70139" y="37505"/>
                  <a:pt x="72926" y="40291"/>
                  <a:pt x="72926" y="43755"/>
                </a:cubicBezTo>
                <a:lnTo>
                  <a:pt x="72926" y="60424"/>
                </a:lnTo>
                <a:lnTo>
                  <a:pt x="89595" y="60424"/>
                </a:lnTo>
                <a:cubicBezTo>
                  <a:pt x="93059" y="60424"/>
                  <a:pt x="95845" y="63211"/>
                  <a:pt x="95845" y="66675"/>
                </a:cubicBezTo>
                <a:cubicBezTo>
                  <a:pt x="95845" y="70139"/>
                  <a:pt x="93059" y="72926"/>
                  <a:pt x="89595" y="72926"/>
                </a:cubicBezTo>
                <a:lnTo>
                  <a:pt x="72926" y="72926"/>
                </a:lnTo>
                <a:lnTo>
                  <a:pt x="72926" y="89595"/>
                </a:lnTo>
                <a:cubicBezTo>
                  <a:pt x="72926" y="93059"/>
                  <a:pt x="70139" y="95845"/>
                  <a:pt x="66675" y="95845"/>
                </a:cubicBezTo>
                <a:cubicBezTo>
                  <a:pt x="63211" y="95845"/>
                  <a:pt x="60424" y="93059"/>
                  <a:pt x="60424" y="89595"/>
                </a:cubicBezTo>
                <a:close/>
              </a:path>
            </a:pathLst>
          </a:custGeom>
          <a:solidFill>
            <a:srgbClr val="F9FAFB"/>
          </a:solidFill>
          <a:ln/>
        </p:spPr>
      </p:sp>
      <p:sp>
        <p:nvSpPr>
          <p:cNvPr id="18" name="Text 16"/>
          <p:cNvSpPr/>
          <p:nvPr/>
        </p:nvSpPr>
        <p:spPr>
          <a:xfrm>
            <a:off x="1028700" y="3338392"/>
            <a:ext cx="454342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Data Enrichment</a:t>
            </a:r>
          </a:p>
        </p:txBody>
      </p:sp>
      <p:sp>
        <p:nvSpPr>
          <p:cNvPr id="19" name="Text 17"/>
          <p:cNvSpPr/>
          <p:nvPr/>
        </p:nvSpPr>
        <p:spPr>
          <a:xfrm>
            <a:off x="1028700" y="3559232"/>
            <a:ext cx="4896238" cy="3048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Added country names, converted currencies, created custom metrics</a:t>
            </a:r>
          </a:p>
        </p:txBody>
      </p:sp>
      <p:sp>
        <p:nvSpPr>
          <p:cNvPr id="20" name="Shape 18"/>
          <p:cNvSpPr/>
          <p:nvPr/>
        </p:nvSpPr>
        <p:spPr>
          <a:xfrm>
            <a:off x="609600" y="3986092"/>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solidFill>
          <a:ln/>
        </p:spPr>
      </p:sp>
      <p:sp>
        <p:nvSpPr>
          <p:cNvPr id="21" name="Shape 19"/>
          <p:cNvSpPr/>
          <p:nvPr/>
        </p:nvSpPr>
        <p:spPr>
          <a:xfrm>
            <a:off x="697706" y="4071817"/>
            <a:ext cx="133350" cy="133350"/>
          </a:xfrm>
          <a:custGeom>
            <a:avLst/>
            <a:gdLst/>
            <a:ahLst/>
            <a:cxnLst/>
            <a:rect l="l" t="t" r="r" b="b"/>
            <a:pathLst>
              <a:path w="133350" h="133350">
                <a:moveTo>
                  <a:pt x="8334" y="8334"/>
                </a:moveTo>
                <a:cubicBezTo>
                  <a:pt x="12944" y="8334"/>
                  <a:pt x="16669" y="12059"/>
                  <a:pt x="16669" y="16669"/>
                </a:cubicBezTo>
                <a:lnTo>
                  <a:pt x="16669" y="104180"/>
                </a:lnTo>
                <a:cubicBezTo>
                  <a:pt x="16669" y="106472"/>
                  <a:pt x="18544" y="108347"/>
                  <a:pt x="20836" y="108347"/>
                </a:cubicBezTo>
                <a:lnTo>
                  <a:pt x="125016" y="108347"/>
                </a:lnTo>
                <a:cubicBezTo>
                  <a:pt x="129626" y="108347"/>
                  <a:pt x="133350" y="112071"/>
                  <a:pt x="133350" y="116681"/>
                </a:cubicBezTo>
                <a:cubicBezTo>
                  <a:pt x="133350" y="121291"/>
                  <a:pt x="129626" y="125016"/>
                  <a:pt x="125016" y="125016"/>
                </a:cubicBezTo>
                <a:lnTo>
                  <a:pt x="20836" y="125016"/>
                </a:lnTo>
                <a:cubicBezTo>
                  <a:pt x="9324" y="125016"/>
                  <a:pt x="0" y="115692"/>
                  <a:pt x="0" y="104180"/>
                </a:cubicBezTo>
                <a:lnTo>
                  <a:pt x="0" y="16669"/>
                </a:lnTo>
                <a:cubicBezTo>
                  <a:pt x="0" y="12059"/>
                  <a:pt x="3724" y="8334"/>
                  <a:pt x="8334" y="8334"/>
                </a:cubicBezTo>
                <a:close/>
                <a:moveTo>
                  <a:pt x="33337" y="25003"/>
                </a:moveTo>
                <a:cubicBezTo>
                  <a:pt x="33337" y="20393"/>
                  <a:pt x="37062" y="16669"/>
                  <a:pt x="41672" y="16669"/>
                </a:cubicBezTo>
                <a:lnTo>
                  <a:pt x="91678" y="16669"/>
                </a:lnTo>
                <a:cubicBezTo>
                  <a:pt x="96288" y="16669"/>
                  <a:pt x="100013" y="20393"/>
                  <a:pt x="100013" y="25003"/>
                </a:cubicBezTo>
                <a:cubicBezTo>
                  <a:pt x="100013" y="29613"/>
                  <a:pt x="96288" y="33337"/>
                  <a:pt x="91678" y="33337"/>
                </a:cubicBezTo>
                <a:lnTo>
                  <a:pt x="41672" y="33337"/>
                </a:lnTo>
                <a:cubicBezTo>
                  <a:pt x="37062" y="33337"/>
                  <a:pt x="33337" y="29613"/>
                  <a:pt x="33337" y="25003"/>
                </a:cubicBezTo>
                <a:close/>
                <a:moveTo>
                  <a:pt x="41672" y="45839"/>
                </a:moveTo>
                <a:lnTo>
                  <a:pt x="75009" y="45839"/>
                </a:lnTo>
                <a:cubicBezTo>
                  <a:pt x="79619" y="45839"/>
                  <a:pt x="83344" y="49563"/>
                  <a:pt x="83344" y="54173"/>
                </a:cubicBezTo>
                <a:cubicBezTo>
                  <a:pt x="83344" y="58783"/>
                  <a:pt x="79619" y="62508"/>
                  <a:pt x="75009" y="62508"/>
                </a:cubicBezTo>
                <a:lnTo>
                  <a:pt x="41672" y="62508"/>
                </a:lnTo>
                <a:cubicBezTo>
                  <a:pt x="37062" y="62508"/>
                  <a:pt x="33337" y="58783"/>
                  <a:pt x="33337" y="54173"/>
                </a:cubicBezTo>
                <a:cubicBezTo>
                  <a:pt x="33337" y="49563"/>
                  <a:pt x="37062" y="45839"/>
                  <a:pt x="41672" y="45839"/>
                </a:cubicBezTo>
                <a:close/>
                <a:moveTo>
                  <a:pt x="41672" y="75009"/>
                </a:moveTo>
                <a:lnTo>
                  <a:pt x="108347" y="75009"/>
                </a:lnTo>
                <a:cubicBezTo>
                  <a:pt x="112957" y="75009"/>
                  <a:pt x="116681" y="78734"/>
                  <a:pt x="116681" y="83344"/>
                </a:cubicBezTo>
                <a:cubicBezTo>
                  <a:pt x="116681" y="87954"/>
                  <a:pt x="112957" y="91678"/>
                  <a:pt x="108347" y="91678"/>
                </a:cubicBezTo>
                <a:lnTo>
                  <a:pt x="41672" y="91678"/>
                </a:lnTo>
                <a:cubicBezTo>
                  <a:pt x="37062" y="91678"/>
                  <a:pt x="33337" y="87954"/>
                  <a:pt x="33337" y="83344"/>
                </a:cubicBezTo>
                <a:cubicBezTo>
                  <a:pt x="33337" y="78734"/>
                  <a:pt x="37062" y="75009"/>
                  <a:pt x="41672" y="75009"/>
                </a:cubicBezTo>
                <a:close/>
              </a:path>
            </a:pathLst>
          </a:custGeom>
          <a:solidFill>
            <a:srgbClr val="F9FAFB"/>
          </a:solidFill>
          <a:ln/>
        </p:spPr>
      </p:sp>
      <p:sp>
        <p:nvSpPr>
          <p:cNvPr id="22" name="Text 20"/>
          <p:cNvSpPr/>
          <p:nvPr/>
        </p:nvSpPr>
        <p:spPr>
          <a:xfrm>
            <a:off x="1028700" y="3947992"/>
            <a:ext cx="4743450"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Statistical Analysis</a:t>
            </a:r>
          </a:p>
        </p:txBody>
      </p:sp>
      <p:sp>
        <p:nvSpPr>
          <p:cNvPr id="23" name="Text 21"/>
          <p:cNvSpPr/>
          <p:nvPr/>
        </p:nvSpPr>
        <p:spPr>
          <a:xfrm>
            <a:off x="1028700" y="4214691"/>
            <a:ext cx="5067300" cy="265577"/>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Applied aggregation functions, correlation analysis, trend identification</a:t>
            </a:r>
          </a:p>
        </p:txBody>
      </p:sp>
      <p:sp>
        <p:nvSpPr>
          <p:cNvPr id="24" name="Shape 22"/>
          <p:cNvSpPr/>
          <p:nvPr/>
        </p:nvSpPr>
        <p:spPr>
          <a:xfrm>
            <a:off x="7145111" y="283356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solidFill>
          <a:ln/>
        </p:spPr>
      </p:sp>
      <p:sp>
        <p:nvSpPr>
          <p:cNvPr id="25" name="Shape 23"/>
          <p:cNvSpPr/>
          <p:nvPr/>
        </p:nvSpPr>
        <p:spPr>
          <a:xfrm>
            <a:off x="7230836" y="2919131"/>
            <a:ext cx="133350" cy="133350"/>
          </a:xfrm>
          <a:custGeom>
            <a:avLst/>
            <a:gdLst/>
            <a:ahLst/>
            <a:cxnLst/>
            <a:rect l="l" t="t" r="r" b="b"/>
            <a:pathLst>
              <a:path w="133350" h="133350">
                <a:moveTo>
                  <a:pt x="8334" y="16669"/>
                </a:moveTo>
                <a:cubicBezTo>
                  <a:pt x="4975" y="16669"/>
                  <a:pt x="1927" y="18700"/>
                  <a:pt x="625" y="21826"/>
                </a:cubicBezTo>
                <a:cubicBezTo>
                  <a:pt x="-677" y="24951"/>
                  <a:pt x="52" y="28519"/>
                  <a:pt x="2448" y="30889"/>
                </a:cubicBezTo>
                <a:lnTo>
                  <a:pt x="50006" y="78473"/>
                </a:lnTo>
                <a:lnTo>
                  <a:pt x="50006" y="108347"/>
                </a:lnTo>
                <a:cubicBezTo>
                  <a:pt x="50006" y="110561"/>
                  <a:pt x="50892" y="112670"/>
                  <a:pt x="52454" y="114233"/>
                </a:cubicBezTo>
                <a:lnTo>
                  <a:pt x="69123" y="130902"/>
                </a:lnTo>
                <a:cubicBezTo>
                  <a:pt x="71519" y="133298"/>
                  <a:pt x="75088" y="134001"/>
                  <a:pt x="78213" y="132699"/>
                </a:cubicBezTo>
                <a:cubicBezTo>
                  <a:pt x="81338" y="131397"/>
                  <a:pt x="83344" y="128375"/>
                  <a:pt x="83344" y="125016"/>
                </a:cubicBezTo>
                <a:lnTo>
                  <a:pt x="83344" y="78473"/>
                </a:lnTo>
                <a:lnTo>
                  <a:pt x="130902" y="30915"/>
                </a:lnTo>
                <a:cubicBezTo>
                  <a:pt x="133298" y="28519"/>
                  <a:pt x="134001" y="24951"/>
                  <a:pt x="132699" y="21826"/>
                </a:cubicBezTo>
                <a:cubicBezTo>
                  <a:pt x="131397" y="18700"/>
                  <a:pt x="128375" y="16669"/>
                  <a:pt x="125016" y="16669"/>
                </a:cubicBezTo>
                <a:lnTo>
                  <a:pt x="8334" y="16669"/>
                </a:lnTo>
                <a:close/>
              </a:path>
            </a:pathLst>
          </a:custGeom>
          <a:solidFill>
            <a:srgbClr val="F9FAFB"/>
          </a:solidFill>
          <a:ln/>
        </p:spPr>
      </p:sp>
      <p:sp>
        <p:nvSpPr>
          <p:cNvPr id="26" name="Text 24"/>
          <p:cNvSpPr/>
          <p:nvPr/>
        </p:nvSpPr>
        <p:spPr>
          <a:xfrm>
            <a:off x="7579568" y="2728792"/>
            <a:ext cx="3752850"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Segmentation</a:t>
            </a:r>
          </a:p>
        </p:txBody>
      </p:sp>
      <p:sp>
        <p:nvSpPr>
          <p:cNvPr id="27" name="Text 25"/>
          <p:cNvSpPr/>
          <p:nvPr/>
        </p:nvSpPr>
        <p:spPr>
          <a:xfrm>
            <a:off x="7579568" y="2930818"/>
            <a:ext cx="4081754" cy="360436"/>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Categorized by country, city, price range, rating brackets</a:t>
            </a:r>
          </a:p>
        </p:txBody>
      </p:sp>
      <p:sp>
        <p:nvSpPr>
          <p:cNvPr id="28" name="Shape 26"/>
          <p:cNvSpPr/>
          <p:nvPr/>
        </p:nvSpPr>
        <p:spPr>
          <a:xfrm>
            <a:off x="7145111" y="3443167"/>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solidFill>
          <a:ln/>
        </p:spPr>
      </p:sp>
      <p:sp>
        <p:nvSpPr>
          <p:cNvPr id="29" name="Shape 27"/>
          <p:cNvSpPr/>
          <p:nvPr/>
        </p:nvSpPr>
        <p:spPr>
          <a:xfrm>
            <a:off x="7230836" y="3490793"/>
            <a:ext cx="133350" cy="133350"/>
          </a:xfrm>
          <a:custGeom>
            <a:avLst/>
            <a:gdLst/>
            <a:ahLst/>
            <a:cxnLst/>
            <a:rect l="l" t="t" r="r" b="b"/>
            <a:pathLst>
              <a:path w="133350" h="133350">
                <a:moveTo>
                  <a:pt x="108347" y="54173"/>
                </a:moveTo>
                <a:cubicBezTo>
                  <a:pt x="108347" y="66128"/>
                  <a:pt x="104466" y="77171"/>
                  <a:pt x="97929" y="86131"/>
                </a:cubicBezTo>
                <a:lnTo>
                  <a:pt x="130902" y="119129"/>
                </a:lnTo>
                <a:cubicBezTo>
                  <a:pt x="134157" y="122385"/>
                  <a:pt x="134157" y="127672"/>
                  <a:pt x="130902" y="130928"/>
                </a:cubicBezTo>
                <a:cubicBezTo>
                  <a:pt x="127646" y="134183"/>
                  <a:pt x="122359" y="134183"/>
                  <a:pt x="119103" y="130928"/>
                </a:cubicBezTo>
                <a:lnTo>
                  <a:pt x="86131" y="97929"/>
                </a:lnTo>
                <a:cubicBezTo>
                  <a:pt x="77171" y="104466"/>
                  <a:pt x="66128" y="108347"/>
                  <a:pt x="54173" y="108347"/>
                </a:cubicBezTo>
                <a:cubicBezTo>
                  <a:pt x="24248" y="108347"/>
                  <a:pt x="0" y="84099"/>
                  <a:pt x="0" y="54173"/>
                </a:cubicBezTo>
                <a:cubicBezTo>
                  <a:pt x="0" y="24248"/>
                  <a:pt x="24248" y="0"/>
                  <a:pt x="54173" y="0"/>
                </a:cubicBezTo>
                <a:cubicBezTo>
                  <a:pt x="84099" y="0"/>
                  <a:pt x="108347" y="24248"/>
                  <a:pt x="108347" y="54173"/>
                </a:cubicBezTo>
                <a:close/>
                <a:moveTo>
                  <a:pt x="54173" y="91678"/>
                </a:moveTo>
                <a:cubicBezTo>
                  <a:pt x="74873" y="91678"/>
                  <a:pt x="91678" y="74873"/>
                  <a:pt x="91678" y="54173"/>
                </a:cubicBezTo>
                <a:cubicBezTo>
                  <a:pt x="91678" y="33474"/>
                  <a:pt x="74873" y="16669"/>
                  <a:pt x="54173" y="16669"/>
                </a:cubicBezTo>
                <a:cubicBezTo>
                  <a:pt x="33474" y="16669"/>
                  <a:pt x="16669" y="33474"/>
                  <a:pt x="16669" y="54173"/>
                </a:cubicBezTo>
                <a:cubicBezTo>
                  <a:pt x="16669" y="74873"/>
                  <a:pt x="33474" y="91678"/>
                  <a:pt x="54173" y="91678"/>
                </a:cubicBezTo>
                <a:close/>
              </a:path>
            </a:pathLst>
          </a:custGeom>
          <a:solidFill>
            <a:srgbClr val="F9FAFB"/>
          </a:solidFill>
          <a:ln/>
        </p:spPr>
      </p:sp>
      <p:sp>
        <p:nvSpPr>
          <p:cNvPr id="30" name="Text 28"/>
          <p:cNvSpPr/>
          <p:nvPr/>
        </p:nvSpPr>
        <p:spPr>
          <a:xfrm>
            <a:off x="7589973" y="3338392"/>
            <a:ext cx="3848100"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Competitive Analysis</a:t>
            </a:r>
          </a:p>
        </p:txBody>
      </p:sp>
      <p:sp>
        <p:nvSpPr>
          <p:cNvPr id="31" name="Text 29"/>
          <p:cNvSpPr/>
          <p:nvPr/>
        </p:nvSpPr>
        <p:spPr>
          <a:xfrm>
            <a:off x="7579568" y="3510537"/>
            <a:ext cx="4212382" cy="380305"/>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Identified low-competition markets with growth potential</a:t>
            </a:r>
          </a:p>
        </p:txBody>
      </p:sp>
      <p:sp>
        <p:nvSpPr>
          <p:cNvPr id="32" name="Shape 30"/>
          <p:cNvSpPr/>
          <p:nvPr/>
        </p:nvSpPr>
        <p:spPr>
          <a:xfrm>
            <a:off x="7195117" y="4061511"/>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solidFill>
          <a:ln/>
        </p:spPr>
      </p:sp>
      <p:sp>
        <p:nvSpPr>
          <p:cNvPr id="33" name="Shape 31"/>
          <p:cNvSpPr/>
          <p:nvPr/>
        </p:nvSpPr>
        <p:spPr>
          <a:xfrm>
            <a:off x="7297511" y="4117537"/>
            <a:ext cx="100013" cy="133350"/>
          </a:xfrm>
          <a:custGeom>
            <a:avLst/>
            <a:gdLst/>
            <a:ahLst/>
            <a:cxnLst/>
            <a:rect l="l" t="t" r="r" b="b"/>
            <a:pathLst>
              <a:path w="100013" h="133350">
                <a:moveTo>
                  <a:pt x="76286" y="100013"/>
                </a:moveTo>
                <a:cubicBezTo>
                  <a:pt x="78187" y="94204"/>
                  <a:pt x="81989" y="88943"/>
                  <a:pt x="86287" y="84412"/>
                </a:cubicBezTo>
                <a:cubicBezTo>
                  <a:pt x="94804" y="75452"/>
                  <a:pt x="100012" y="63341"/>
                  <a:pt x="100012" y="50006"/>
                </a:cubicBezTo>
                <a:cubicBezTo>
                  <a:pt x="100012" y="22399"/>
                  <a:pt x="77614" y="0"/>
                  <a:pt x="50006" y="0"/>
                </a:cubicBezTo>
                <a:cubicBezTo>
                  <a:pt x="22399" y="0"/>
                  <a:pt x="0" y="22399"/>
                  <a:pt x="0" y="50006"/>
                </a:cubicBezTo>
                <a:cubicBezTo>
                  <a:pt x="0" y="63341"/>
                  <a:pt x="5209" y="75452"/>
                  <a:pt x="13726" y="84412"/>
                </a:cubicBezTo>
                <a:cubicBezTo>
                  <a:pt x="18023" y="88943"/>
                  <a:pt x="21852" y="94204"/>
                  <a:pt x="23727" y="100013"/>
                </a:cubicBezTo>
                <a:lnTo>
                  <a:pt x="76260" y="100013"/>
                </a:lnTo>
                <a:close/>
                <a:moveTo>
                  <a:pt x="75009" y="112514"/>
                </a:moveTo>
                <a:lnTo>
                  <a:pt x="25003" y="112514"/>
                </a:lnTo>
                <a:lnTo>
                  <a:pt x="25003" y="116681"/>
                </a:lnTo>
                <a:cubicBezTo>
                  <a:pt x="25003" y="128193"/>
                  <a:pt x="34327" y="137517"/>
                  <a:pt x="45839" y="137517"/>
                </a:cubicBezTo>
                <a:lnTo>
                  <a:pt x="54173" y="137517"/>
                </a:lnTo>
                <a:cubicBezTo>
                  <a:pt x="65685" y="137517"/>
                  <a:pt x="75009" y="128193"/>
                  <a:pt x="75009" y="116681"/>
                </a:cubicBezTo>
                <a:lnTo>
                  <a:pt x="75009" y="112514"/>
                </a:lnTo>
                <a:close/>
                <a:moveTo>
                  <a:pt x="47923" y="29170"/>
                </a:moveTo>
                <a:cubicBezTo>
                  <a:pt x="37557" y="29170"/>
                  <a:pt x="29170" y="37557"/>
                  <a:pt x="29170" y="47923"/>
                </a:cubicBezTo>
                <a:cubicBezTo>
                  <a:pt x="29170" y="51387"/>
                  <a:pt x="26384" y="54173"/>
                  <a:pt x="22920" y="54173"/>
                </a:cubicBezTo>
                <a:cubicBezTo>
                  <a:pt x="19456" y="54173"/>
                  <a:pt x="16669" y="51387"/>
                  <a:pt x="16669" y="47923"/>
                </a:cubicBezTo>
                <a:cubicBezTo>
                  <a:pt x="16669" y="30655"/>
                  <a:pt x="30655" y="16669"/>
                  <a:pt x="47923" y="16669"/>
                </a:cubicBezTo>
                <a:cubicBezTo>
                  <a:pt x="51387" y="16669"/>
                  <a:pt x="54173" y="19456"/>
                  <a:pt x="54173" y="22920"/>
                </a:cubicBezTo>
                <a:cubicBezTo>
                  <a:pt x="54173" y="26384"/>
                  <a:pt x="51387" y="29170"/>
                  <a:pt x="47923" y="29170"/>
                </a:cubicBezTo>
                <a:close/>
              </a:path>
            </a:pathLst>
          </a:custGeom>
          <a:solidFill>
            <a:srgbClr val="F9FAFB"/>
          </a:solidFill>
          <a:ln/>
        </p:spPr>
      </p:sp>
      <p:sp>
        <p:nvSpPr>
          <p:cNvPr id="34" name="Text 32"/>
          <p:cNvSpPr/>
          <p:nvPr/>
        </p:nvSpPr>
        <p:spPr>
          <a:xfrm>
            <a:off x="7579568" y="3956246"/>
            <a:ext cx="3790950"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Strategic Recommendations</a:t>
            </a:r>
          </a:p>
        </p:txBody>
      </p:sp>
      <p:sp>
        <p:nvSpPr>
          <p:cNvPr id="35" name="Text 33"/>
          <p:cNvSpPr/>
          <p:nvPr/>
        </p:nvSpPr>
        <p:spPr>
          <a:xfrm>
            <a:off x="7582068" y="4161632"/>
            <a:ext cx="4098082" cy="372843"/>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Synthesized findings into actionable expansion strategies</a:t>
            </a:r>
          </a:p>
        </p:txBody>
      </p:sp>
      <p:sp>
        <p:nvSpPr>
          <p:cNvPr id="36" name="Shape 34"/>
          <p:cNvSpPr/>
          <p:nvPr/>
        </p:nvSpPr>
        <p:spPr>
          <a:xfrm>
            <a:off x="381000" y="4786192"/>
            <a:ext cx="3705225" cy="1781175"/>
          </a:xfrm>
          <a:custGeom>
            <a:avLst/>
            <a:gdLst/>
            <a:ahLst/>
            <a:cxnLst/>
            <a:rect l="l" t="t" r="r" b="b"/>
            <a:pathLst>
              <a:path w="3705225" h="1781175">
                <a:moveTo>
                  <a:pt x="0" y="0"/>
                </a:moveTo>
                <a:lnTo>
                  <a:pt x="3705225" y="0"/>
                </a:lnTo>
                <a:lnTo>
                  <a:pt x="3705225" y="1781175"/>
                </a:lnTo>
                <a:lnTo>
                  <a:pt x="0" y="1781175"/>
                </a:lnTo>
                <a:lnTo>
                  <a:pt x="0" y="0"/>
                </a:lnTo>
                <a:close/>
              </a:path>
            </a:pathLst>
          </a:custGeom>
          <a:solidFill>
            <a:srgbClr val="8B0000"/>
          </a:solidFill>
          <a:ln/>
        </p:spPr>
      </p:sp>
      <p:sp>
        <p:nvSpPr>
          <p:cNvPr id="37" name="Shape 35"/>
          <p:cNvSpPr/>
          <p:nvPr/>
        </p:nvSpPr>
        <p:spPr>
          <a:xfrm>
            <a:off x="607219" y="5014792"/>
            <a:ext cx="166688" cy="190500"/>
          </a:xfrm>
          <a:custGeom>
            <a:avLst/>
            <a:gdLst/>
            <a:ahLst/>
            <a:cxnLst/>
            <a:rect l="l" t="t" r="r" b="b"/>
            <a:pathLst>
              <a:path w="166688" h="190500">
                <a:moveTo>
                  <a:pt x="95250" y="59531"/>
                </a:moveTo>
                <a:lnTo>
                  <a:pt x="95250" y="95250"/>
                </a:lnTo>
                <a:lnTo>
                  <a:pt x="142875" y="95250"/>
                </a:lnTo>
                <a:lnTo>
                  <a:pt x="142875" y="59531"/>
                </a:lnTo>
                <a:lnTo>
                  <a:pt x="95250" y="59531"/>
                </a:lnTo>
                <a:close/>
                <a:moveTo>
                  <a:pt x="71438" y="59531"/>
                </a:moveTo>
                <a:lnTo>
                  <a:pt x="23812" y="59531"/>
                </a:lnTo>
                <a:lnTo>
                  <a:pt x="23812" y="95250"/>
                </a:lnTo>
                <a:lnTo>
                  <a:pt x="71438" y="95250"/>
                </a:lnTo>
                <a:lnTo>
                  <a:pt x="71438" y="59531"/>
                </a:lnTo>
                <a:close/>
                <a:moveTo>
                  <a:pt x="0" y="119063"/>
                </a:moveTo>
                <a:lnTo>
                  <a:pt x="0" y="35719"/>
                </a:lnTo>
                <a:cubicBezTo>
                  <a:pt x="0" y="22585"/>
                  <a:pt x="10678" y="11906"/>
                  <a:pt x="23812" y="11906"/>
                </a:cubicBezTo>
                <a:lnTo>
                  <a:pt x="142875" y="11906"/>
                </a:lnTo>
                <a:cubicBezTo>
                  <a:pt x="156009" y="11906"/>
                  <a:pt x="166688" y="22585"/>
                  <a:pt x="166688" y="35719"/>
                </a:cubicBezTo>
                <a:lnTo>
                  <a:pt x="166688" y="154781"/>
                </a:lnTo>
                <a:cubicBezTo>
                  <a:pt x="166688" y="167915"/>
                  <a:pt x="156009" y="178594"/>
                  <a:pt x="142875" y="178594"/>
                </a:cubicBezTo>
                <a:lnTo>
                  <a:pt x="23812" y="178594"/>
                </a:lnTo>
                <a:cubicBezTo>
                  <a:pt x="10678" y="178594"/>
                  <a:pt x="0" y="167915"/>
                  <a:pt x="0" y="154781"/>
                </a:cubicBezTo>
                <a:lnTo>
                  <a:pt x="0" y="119063"/>
                </a:lnTo>
                <a:close/>
                <a:moveTo>
                  <a:pt x="142875" y="119063"/>
                </a:moveTo>
                <a:lnTo>
                  <a:pt x="95250" y="119063"/>
                </a:lnTo>
                <a:lnTo>
                  <a:pt x="95250" y="154781"/>
                </a:lnTo>
                <a:lnTo>
                  <a:pt x="142875" y="154781"/>
                </a:lnTo>
                <a:lnTo>
                  <a:pt x="142875" y="119063"/>
                </a:lnTo>
                <a:close/>
                <a:moveTo>
                  <a:pt x="71438" y="154781"/>
                </a:moveTo>
                <a:lnTo>
                  <a:pt x="71438" y="119063"/>
                </a:lnTo>
                <a:lnTo>
                  <a:pt x="23812" y="119063"/>
                </a:lnTo>
                <a:lnTo>
                  <a:pt x="23812" y="154781"/>
                </a:lnTo>
                <a:lnTo>
                  <a:pt x="71438" y="154781"/>
                </a:lnTo>
                <a:close/>
              </a:path>
            </a:pathLst>
          </a:custGeom>
          <a:solidFill>
            <a:srgbClr val="F9FAFB"/>
          </a:solidFill>
          <a:ln/>
        </p:spPr>
      </p:sp>
      <p:sp>
        <p:nvSpPr>
          <p:cNvPr id="38" name="Text 36"/>
          <p:cNvSpPr/>
          <p:nvPr/>
        </p:nvSpPr>
        <p:spPr>
          <a:xfrm>
            <a:off x="809625" y="4976692"/>
            <a:ext cx="3181350" cy="266700"/>
          </a:xfrm>
          <a:prstGeom prst="rect">
            <a:avLst/>
          </a:prstGeom>
          <a:noFill/>
          <a:ln/>
        </p:spPr>
        <p:txBody>
          <a:bodyPr wrap="square" lIns="0" tIns="0" rIns="0" bIns="0" rtlCol="0" anchor="ctr"/>
          <a:lstStyle/>
          <a:p>
            <a:pP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Pivot Tables</a:t>
            </a:r>
            <a:endParaRPr lang="en-US" sz="1600" dirty="0"/>
          </a:p>
        </p:txBody>
      </p:sp>
      <p:sp>
        <p:nvSpPr>
          <p:cNvPr id="39" name="Text 37"/>
          <p:cNvSpPr/>
          <p:nvPr/>
        </p:nvSpPr>
        <p:spPr>
          <a:xfrm>
            <a:off x="571500" y="5357692"/>
            <a:ext cx="3400425" cy="990600"/>
          </a:xfrm>
          <a:prstGeom prst="rect">
            <a:avLst/>
          </a:prstGeom>
          <a:noFill/>
          <a:ln/>
        </p:spPr>
        <p:txBody>
          <a:bodyPr wrap="square" lIns="0" tIns="0" rIns="0" bIns="0" rtlCol="0" anchor="ctr"/>
          <a:lstStyle/>
          <a:p>
            <a:pPr>
              <a:lnSpc>
                <a:spcPct val="140000"/>
              </a:lnSpc>
            </a:pPr>
            <a:r>
              <a:rPr lang="en-US" sz="1300" dirty="0">
                <a:solidFill>
                  <a:srgbClr val="F9FAFB"/>
                </a:solidFill>
                <a:latin typeface="Sorts Mill Goudy" pitchFamily="34" charset="0"/>
                <a:ea typeface="Sorts Mill Goudy" pitchFamily="34" charset="-122"/>
                <a:cs typeface="Sorts Mill Goudy" pitchFamily="34" charset="-120"/>
              </a:rPr>
              <a:t>Created</a:t>
            </a:r>
            <a:r>
              <a:rPr lang="en-US" sz="1200" dirty="0">
                <a:solidFill>
                  <a:srgbClr val="F9FAFB"/>
                </a:solidFill>
                <a:latin typeface="Sorts Mill Goudy" pitchFamily="34" charset="0"/>
                <a:ea typeface="Sorts Mill Goudy" pitchFamily="34" charset="-122"/>
                <a:cs typeface="Sorts Mill Goudy" pitchFamily="34" charset="-120"/>
              </a:rPr>
              <a:t> </a:t>
            </a:r>
            <a:r>
              <a:rPr lang="en-US" sz="1300" dirty="0">
                <a:solidFill>
                  <a:srgbClr val="F9FAFB"/>
                </a:solidFill>
                <a:latin typeface="Sorts Mill Goudy" pitchFamily="34" charset="0"/>
              </a:rPr>
              <a:t>pivot tables for country-, city-, and year-wise restaurant distribution to quickly identify market saturation levels..</a:t>
            </a:r>
          </a:p>
        </p:txBody>
      </p:sp>
      <p:sp>
        <p:nvSpPr>
          <p:cNvPr id="40" name="Shape 38"/>
          <p:cNvSpPr/>
          <p:nvPr/>
        </p:nvSpPr>
        <p:spPr>
          <a:xfrm>
            <a:off x="4249341" y="4793812"/>
            <a:ext cx="3691890" cy="1767840"/>
          </a:xfrm>
          <a:custGeom>
            <a:avLst/>
            <a:gdLst/>
            <a:ahLst/>
            <a:cxnLst/>
            <a:rect l="l" t="t" r="r" b="b"/>
            <a:pathLst>
              <a:path w="3691890" h="1767840">
                <a:moveTo>
                  <a:pt x="0" y="0"/>
                </a:moveTo>
                <a:lnTo>
                  <a:pt x="3691890" y="0"/>
                </a:lnTo>
                <a:lnTo>
                  <a:pt x="3691890" y="1767840"/>
                </a:lnTo>
                <a:lnTo>
                  <a:pt x="0" y="1767840"/>
                </a:lnTo>
                <a:lnTo>
                  <a:pt x="0" y="0"/>
                </a:lnTo>
                <a:close/>
              </a:path>
            </a:pathLst>
          </a:custGeom>
          <a:solidFill>
            <a:srgbClr val="F9FAFB"/>
          </a:solidFill>
          <a:ln w="20320">
            <a:solidFill>
              <a:srgbClr val="8B0000"/>
            </a:solidFill>
            <a:prstDash val="solid"/>
          </a:ln>
        </p:spPr>
      </p:sp>
      <p:sp>
        <p:nvSpPr>
          <p:cNvPr id="41" name="Shape 39"/>
          <p:cNvSpPr/>
          <p:nvPr/>
        </p:nvSpPr>
        <p:spPr>
          <a:xfrm>
            <a:off x="4471273" y="5030033"/>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a:srgbClr val="8B0000"/>
          </a:solidFill>
          <a:ln/>
        </p:spPr>
      </p:sp>
      <p:sp>
        <p:nvSpPr>
          <p:cNvPr id="42" name="Text 40"/>
          <p:cNvSpPr/>
          <p:nvPr/>
        </p:nvSpPr>
        <p:spPr>
          <a:xfrm>
            <a:off x="4685586" y="4991933"/>
            <a:ext cx="31527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XLOOKUP Function</a:t>
            </a:r>
            <a:endParaRPr lang="en-US" sz="1600" dirty="0"/>
          </a:p>
        </p:txBody>
      </p:sp>
      <p:sp>
        <p:nvSpPr>
          <p:cNvPr id="43" name="Text 41"/>
          <p:cNvSpPr/>
          <p:nvPr/>
        </p:nvSpPr>
        <p:spPr>
          <a:xfrm>
            <a:off x="4447461" y="5372933"/>
            <a:ext cx="3371850" cy="99060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ea typeface="Sorts Mill Goudy" pitchFamily="34" charset="-122"/>
                <a:cs typeface="Sorts Mill Goudy" pitchFamily="34" charset="-120"/>
              </a:rPr>
              <a:t>Used XLOOKUP to map country codes to country names</a:t>
            </a:r>
            <a:endParaRPr lang="en-US" sz="1300" dirty="0"/>
          </a:p>
        </p:txBody>
      </p:sp>
      <p:sp>
        <p:nvSpPr>
          <p:cNvPr id="44" name="Shape 42"/>
          <p:cNvSpPr/>
          <p:nvPr/>
        </p:nvSpPr>
        <p:spPr>
          <a:xfrm>
            <a:off x="8110181" y="4793812"/>
            <a:ext cx="3691890" cy="1767840"/>
          </a:xfrm>
          <a:custGeom>
            <a:avLst/>
            <a:gdLst/>
            <a:ahLst/>
            <a:cxnLst/>
            <a:rect l="l" t="t" r="r" b="b"/>
            <a:pathLst>
              <a:path w="3691890" h="1767840">
                <a:moveTo>
                  <a:pt x="0" y="0"/>
                </a:moveTo>
                <a:lnTo>
                  <a:pt x="3691890" y="0"/>
                </a:lnTo>
                <a:lnTo>
                  <a:pt x="3691890" y="1767840"/>
                </a:lnTo>
                <a:lnTo>
                  <a:pt x="0" y="1767840"/>
                </a:lnTo>
                <a:lnTo>
                  <a:pt x="0" y="0"/>
                </a:lnTo>
                <a:close/>
              </a:path>
            </a:pathLst>
          </a:custGeom>
          <a:solidFill>
            <a:srgbClr val="F9FAFB"/>
          </a:solidFill>
          <a:ln w="20320">
            <a:solidFill>
              <a:srgbClr val="8B0000"/>
            </a:solidFill>
            <a:prstDash val="solid"/>
          </a:ln>
        </p:spPr>
      </p:sp>
      <p:sp>
        <p:nvSpPr>
          <p:cNvPr id="45" name="Shape 43"/>
          <p:cNvSpPr/>
          <p:nvPr/>
        </p:nvSpPr>
        <p:spPr>
          <a:xfrm>
            <a:off x="8355925" y="5030033"/>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a:srgbClr val="8B0000"/>
          </a:solidFill>
          <a:ln/>
        </p:spPr>
      </p:sp>
      <p:sp>
        <p:nvSpPr>
          <p:cNvPr id="46" name="Text 44"/>
          <p:cNvSpPr/>
          <p:nvPr/>
        </p:nvSpPr>
        <p:spPr>
          <a:xfrm>
            <a:off x="8546425" y="4991933"/>
            <a:ext cx="31527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Aggregation</a:t>
            </a:r>
            <a:endParaRPr lang="en-US" sz="1600" dirty="0"/>
          </a:p>
        </p:txBody>
      </p:sp>
      <p:sp>
        <p:nvSpPr>
          <p:cNvPr id="47" name="Text 45"/>
          <p:cNvSpPr/>
          <p:nvPr/>
        </p:nvSpPr>
        <p:spPr>
          <a:xfrm>
            <a:off x="8308300" y="5533514"/>
            <a:ext cx="3371850" cy="74295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ea typeface="Sorts Mill Goudy" pitchFamily="34" charset="-122"/>
                <a:cs typeface="Sorts Mill Goudy" pitchFamily="34" charset="-120"/>
              </a:rPr>
              <a:t>Applied COUNTIFS, AVERAGEIF, and SUM functions for multi-criteria analysis including price range distributions and rating calculations.</a:t>
            </a:r>
            <a:endParaRPr lang="en-US" sz="13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37729" y="388388"/>
            <a:ext cx="472820" cy="472820"/>
          </a:xfrm>
          <a:custGeom>
            <a:avLst/>
            <a:gdLst/>
            <a:ahLst/>
            <a:cxnLst/>
            <a:rect l="l" t="t" r="r" b="b"/>
            <a:pathLst>
              <a:path w="472820" h="472820">
                <a:moveTo>
                  <a:pt x="236410" y="0"/>
                </a:moveTo>
                <a:lnTo>
                  <a:pt x="236410" y="0"/>
                </a:lnTo>
                <a:cubicBezTo>
                  <a:pt x="366888" y="0"/>
                  <a:pt x="472820" y="105932"/>
                  <a:pt x="472820" y="236410"/>
                </a:cubicBezTo>
                <a:lnTo>
                  <a:pt x="472820" y="236410"/>
                </a:lnTo>
                <a:cubicBezTo>
                  <a:pt x="472820" y="366888"/>
                  <a:pt x="366888" y="472820"/>
                  <a:pt x="236410" y="472820"/>
                </a:cubicBezTo>
                <a:lnTo>
                  <a:pt x="236410" y="472820"/>
                </a:lnTo>
                <a:cubicBezTo>
                  <a:pt x="105932" y="472820"/>
                  <a:pt x="0" y="366888"/>
                  <a:pt x="0" y="236410"/>
                </a:cubicBezTo>
                <a:lnTo>
                  <a:pt x="0" y="236410"/>
                </a:lnTo>
                <a:cubicBezTo>
                  <a:pt x="0" y="105932"/>
                  <a:pt x="105932" y="0"/>
                  <a:pt x="236410" y="0"/>
                </a:cubicBezTo>
                <a:close/>
              </a:path>
            </a:pathLst>
          </a:custGeom>
          <a:solidFill>
            <a:srgbClr val="8B0000"/>
          </a:solidFill>
          <a:ln/>
        </p:spPr>
      </p:sp>
      <p:sp>
        <p:nvSpPr>
          <p:cNvPr id="3" name="Text 1"/>
          <p:cNvSpPr/>
          <p:nvPr/>
        </p:nvSpPr>
        <p:spPr>
          <a:xfrm>
            <a:off x="469443" y="489706"/>
            <a:ext cx="312399" cy="270183"/>
          </a:xfrm>
          <a:prstGeom prst="rect">
            <a:avLst/>
          </a:prstGeom>
          <a:noFill/>
          <a:ln/>
        </p:spPr>
        <p:txBody>
          <a:bodyPr wrap="square" lIns="0" tIns="0" rIns="0" bIns="0" rtlCol="0" anchor="ctr"/>
          <a:lstStyle/>
          <a:p>
            <a:pPr>
              <a:lnSpc>
                <a:spcPct val="110000"/>
              </a:lnSpc>
            </a:pPr>
            <a:r>
              <a:rPr lang="en-US" sz="1596" b="1" dirty="0">
                <a:solidFill>
                  <a:srgbClr val="F9FAFB"/>
                </a:solidFill>
                <a:latin typeface="Sorts Mill Goudy" pitchFamily="34" charset="0"/>
                <a:ea typeface="Sorts Mill Goudy" pitchFamily="34" charset="-122"/>
                <a:cs typeface="Sorts Mill Goudy" pitchFamily="34" charset="-120"/>
              </a:rPr>
              <a:t>04</a:t>
            </a:r>
            <a:endParaRPr lang="en-US" sz="1600" dirty="0"/>
          </a:p>
        </p:txBody>
      </p:sp>
      <p:sp>
        <p:nvSpPr>
          <p:cNvPr id="4" name="Text 2"/>
          <p:cNvSpPr/>
          <p:nvPr/>
        </p:nvSpPr>
        <p:spPr>
          <a:xfrm>
            <a:off x="945640" y="219524"/>
            <a:ext cx="2406316" cy="168864"/>
          </a:xfrm>
          <a:prstGeom prst="rect">
            <a:avLst/>
          </a:prstGeom>
          <a:noFill/>
          <a:ln/>
        </p:spPr>
        <p:txBody>
          <a:bodyPr wrap="square" lIns="0" tIns="0" rIns="0" bIns="0" rtlCol="0" anchor="ctr"/>
          <a:lstStyle/>
          <a:p>
            <a:pPr>
              <a:lnSpc>
                <a:spcPct val="120000"/>
              </a:lnSpc>
            </a:pPr>
            <a:r>
              <a:rPr lang="en-US" sz="931" b="1" kern="0" spc="140" dirty="0">
                <a:solidFill>
                  <a:srgbClr val="8B0000"/>
                </a:solidFill>
                <a:latin typeface="Sorts Mill Goudy" pitchFamily="34" charset="0"/>
                <a:ea typeface="Sorts Mill Goudy" pitchFamily="34" charset="-122"/>
                <a:cs typeface="Sorts Mill Goudy" pitchFamily="34" charset="-120"/>
              </a:rPr>
              <a:t>Tools &amp; Functions</a:t>
            </a:r>
            <a:endParaRPr lang="en-US" sz="1600" dirty="0"/>
          </a:p>
        </p:txBody>
      </p:sp>
      <p:sp>
        <p:nvSpPr>
          <p:cNvPr id="5" name="Text 3"/>
          <p:cNvSpPr/>
          <p:nvPr/>
        </p:nvSpPr>
        <p:spPr>
          <a:xfrm>
            <a:off x="945640" y="506593"/>
            <a:ext cx="2674638" cy="405274"/>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Methodology</a:t>
            </a:r>
            <a:endParaRPr lang="en-US" sz="3600" dirty="0"/>
          </a:p>
        </p:txBody>
      </p:sp>
      <p:sp>
        <p:nvSpPr>
          <p:cNvPr id="6" name="Shape 4"/>
          <p:cNvSpPr/>
          <p:nvPr/>
        </p:nvSpPr>
        <p:spPr>
          <a:xfrm>
            <a:off x="337729" y="1013186"/>
            <a:ext cx="1080731" cy="33773"/>
          </a:xfrm>
          <a:custGeom>
            <a:avLst/>
            <a:gdLst/>
            <a:ahLst/>
            <a:cxnLst/>
            <a:rect l="l" t="t" r="r" b="b"/>
            <a:pathLst>
              <a:path w="1080731" h="33773">
                <a:moveTo>
                  <a:pt x="0" y="0"/>
                </a:moveTo>
                <a:lnTo>
                  <a:pt x="1080731" y="0"/>
                </a:lnTo>
                <a:lnTo>
                  <a:pt x="1080731" y="33773"/>
                </a:lnTo>
                <a:lnTo>
                  <a:pt x="0" y="33773"/>
                </a:lnTo>
                <a:lnTo>
                  <a:pt x="0" y="0"/>
                </a:lnTo>
                <a:close/>
              </a:path>
            </a:pathLst>
          </a:custGeom>
          <a:solidFill>
            <a:srgbClr val="8B0000"/>
          </a:solidFill>
          <a:ln/>
        </p:spPr>
      </p:sp>
      <p:sp>
        <p:nvSpPr>
          <p:cNvPr id="7" name="Shape 5"/>
          <p:cNvSpPr/>
          <p:nvPr/>
        </p:nvSpPr>
        <p:spPr>
          <a:xfrm>
            <a:off x="354615" y="1472073"/>
            <a:ext cx="5673839" cy="4559335"/>
          </a:xfrm>
          <a:custGeom>
            <a:avLst/>
            <a:gdLst/>
            <a:ahLst/>
            <a:cxnLst/>
            <a:rect l="l" t="t" r="r" b="b"/>
            <a:pathLst>
              <a:path w="5673839" h="4559335">
                <a:moveTo>
                  <a:pt x="0" y="0"/>
                </a:moveTo>
                <a:lnTo>
                  <a:pt x="5673839" y="0"/>
                </a:lnTo>
                <a:lnTo>
                  <a:pt x="5673839" y="4559335"/>
                </a:lnTo>
                <a:lnTo>
                  <a:pt x="0" y="4559335"/>
                </a:lnTo>
                <a:lnTo>
                  <a:pt x="0" y="0"/>
                </a:lnTo>
                <a:close/>
              </a:path>
            </a:pathLst>
          </a:custGeom>
          <a:solidFill>
            <a:srgbClr val="F9FAFB"/>
          </a:solidFill>
          <a:ln/>
        </p:spPr>
      </p:sp>
      <p:sp>
        <p:nvSpPr>
          <p:cNvPr id="8" name="Shape 6"/>
          <p:cNvSpPr/>
          <p:nvPr/>
        </p:nvSpPr>
        <p:spPr>
          <a:xfrm>
            <a:off x="354615" y="1472073"/>
            <a:ext cx="33773" cy="4559335"/>
          </a:xfrm>
          <a:custGeom>
            <a:avLst/>
            <a:gdLst/>
            <a:ahLst/>
            <a:cxnLst/>
            <a:rect l="l" t="t" r="r" b="b"/>
            <a:pathLst>
              <a:path w="33773" h="4559335">
                <a:moveTo>
                  <a:pt x="0" y="0"/>
                </a:moveTo>
                <a:lnTo>
                  <a:pt x="33773" y="0"/>
                </a:lnTo>
                <a:lnTo>
                  <a:pt x="33773" y="4559335"/>
                </a:lnTo>
                <a:lnTo>
                  <a:pt x="0" y="4559335"/>
                </a:lnTo>
                <a:lnTo>
                  <a:pt x="0" y="0"/>
                </a:lnTo>
                <a:close/>
              </a:path>
            </a:pathLst>
          </a:custGeom>
          <a:solidFill>
            <a:srgbClr val="8B0000"/>
          </a:solidFill>
          <a:ln/>
        </p:spPr>
      </p:sp>
      <p:sp>
        <p:nvSpPr>
          <p:cNvPr id="9" name="Shape 7"/>
          <p:cNvSpPr/>
          <p:nvPr/>
        </p:nvSpPr>
        <p:spPr>
          <a:xfrm>
            <a:off x="565695" y="1674607"/>
            <a:ext cx="202637" cy="202637"/>
          </a:xfrm>
          <a:custGeom>
            <a:avLst/>
            <a:gdLst/>
            <a:ahLst/>
            <a:cxnLst/>
            <a:rect l="l" t="t" r="r" b="b"/>
            <a:pathLst>
              <a:path w="202637" h="202637">
                <a:moveTo>
                  <a:pt x="26082" y="90435"/>
                </a:moveTo>
                <a:cubicBezTo>
                  <a:pt x="31345" y="53628"/>
                  <a:pt x="63047" y="25330"/>
                  <a:pt x="101319" y="25330"/>
                </a:cubicBezTo>
                <a:cubicBezTo>
                  <a:pt x="122295" y="25330"/>
                  <a:pt x="141292" y="33839"/>
                  <a:pt x="155065" y="47572"/>
                </a:cubicBezTo>
                <a:cubicBezTo>
                  <a:pt x="155144" y="47651"/>
                  <a:pt x="155223" y="47731"/>
                  <a:pt x="155302" y="47810"/>
                </a:cubicBezTo>
                <a:lnTo>
                  <a:pt x="158310" y="50659"/>
                </a:lnTo>
                <a:lnTo>
                  <a:pt x="139353" y="50659"/>
                </a:lnTo>
                <a:cubicBezTo>
                  <a:pt x="132347" y="50659"/>
                  <a:pt x="126688" y="56319"/>
                  <a:pt x="126688" y="63324"/>
                </a:cubicBezTo>
                <a:cubicBezTo>
                  <a:pt x="126688" y="70329"/>
                  <a:pt x="132347" y="75989"/>
                  <a:pt x="139353" y="75989"/>
                </a:cubicBezTo>
                <a:lnTo>
                  <a:pt x="190012" y="75989"/>
                </a:lnTo>
                <a:cubicBezTo>
                  <a:pt x="197017" y="75989"/>
                  <a:pt x="202677" y="70329"/>
                  <a:pt x="202677" y="63324"/>
                </a:cubicBezTo>
                <a:lnTo>
                  <a:pt x="202677" y="12665"/>
                </a:lnTo>
                <a:cubicBezTo>
                  <a:pt x="202677" y="5660"/>
                  <a:pt x="197017" y="0"/>
                  <a:pt x="190012" y="0"/>
                </a:cubicBezTo>
                <a:cubicBezTo>
                  <a:pt x="183007" y="0"/>
                  <a:pt x="177347" y="5660"/>
                  <a:pt x="177347" y="12665"/>
                </a:cubicBezTo>
                <a:lnTo>
                  <a:pt x="177347" y="33799"/>
                </a:lnTo>
                <a:lnTo>
                  <a:pt x="172875" y="29564"/>
                </a:lnTo>
                <a:cubicBezTo>
                  <a:pt x="154550" y="11319"/>
                  <a:pt x="129221" y="0"/>
                  <a:pt x="101319" y="0"/>
                </a:cubicBezTo>
                <a:cubicBezTo>
                  <a:pt x="50264" y="0"/>
                  <a:pt x="8034" y="37757"/>
                  <a:pt x="1029" y="86873"/>
                </a:cubicBezTo>
                <a:cubicBezTo>
                  <a:pt x="40" y="93799"/>
                  <a:pt x="4828" y="100210"/>
                  <a:pt x="11755" y="101200"/>
                </a:cubicBezTo>
                <a:cubicBezTo>
                  <a:pt x="18681" y="102189"/>
                  <a:pt x="25092" y="97361"/>
                  <a:pt x="26082" y="90474"/>
                </a:cubicBezTo>
                <a:close/>
                <a:moveTo>
                  <a:pt x="201608" y="115764"/>
                </a:moveTo>
                <a:cubicBezTo>
                  <a:pt x="202598" y="108838"/>
                  <a:pt x="197769" y="102427"/>
                  <a:pt x="190883" y="101437"/>
                </a:cubicBezTo>
                <a:cubicBezTo>
                  <a:pt x="183996" y="100448"/>
                  <a:pt x="177545" y="105276"/>
                  <a:pt x="176556" y="112163"/>
                </a:cubicBezTo>
                <a:cubicBezTo>
                  <a:pt x="171292" y="148970"/>
                  <a:pt x="139590" y="177268"/>
                  <a:pt x="101319" y="177268"/>
                </a:cubicBezTo>
                <a:cubicBezTo>
                  <a:pt x="80342" y="177268"/>
                  <a:pt x="61345" y="168759"/>
                  <a:pt x="47572" y="155025"/>
                </a:cubicBezTo>
                <a:cubicBezTo>
                  <a:pt x="47493" y="154946"/>
                  <a:pt x="47414" y="154867"/>
                  <a:pt x="47335" y="154788"/>
                </a:cubicBezTo>
                <a:lnTo>
                  <a:pt x="44327" y="151938"/>
                </a:lnTo>
                <a:lnTo>
                  <a:pt x="63285" y="151938"/>
                </a:lnTo>
                <a:cubicBezTo>
                  <a:pt x="70290" y="151938"/>
                  <a:pt x="75949" y="146279"/>
                  <a:pt x="75949" y="139273"/>
                </a:cubicBezTo>
                <a:cubicBezTo>
                  <a:pt x="75949" y="132268"/>
                  <a:pt x="70290" y="126609"/>
                  <a:pt x="63285" y="126609"/>
                </a:cubicBezTo>
                <a:lnTo>
                  <a:pt x="12665" y="126648"/>
                </a:lnTo>
                <a:cubicBezTo>
                  <a:pt x="9301" y="126648"/>
                  <a:pt x="6055" y="127994"/>
                  <a:pt x="3681" y="130408"/>
                </a:cubicBezTo>
                <a:cubicBezTo>
                  <a:pt x="1306" y="132822"/>
                  <a:pt x="-40" y="136028"/>
                  <a:pt x="0" y="139432"/>
                </a:cubicBezTo>
                <a:lnTo>
                  <a:pt x="396" y="189695"/>
                </a:lnTo>
                <a:cubicBezTo>
                  <a:pt x="435" y="196700"/>
                  <a:pt x="6174" y="202320"/>
                  <a:pt x="13179" y="202241"/>
                </a:cubicBezTo>
                <a:cubicBezTo>
                  <a:pt x="20185" y="202162"/>
                  <a:pt x="25805" y="196463"/>
                  <a:pt x="25725" y="189458"/>
                </a:cubicBezTo>
                <a:lnTo>
                  <a:pt x="25567" y="169075"/>
                </a:lnTo>
                <a:lnTo>
                  <a:pt x="29802" y="173073"/>
                </a:lnTo>
                <a:cubicBezTo>
                  <a:pt x="48126" y="191318"/>
                  <a:pt x="73416" y="202637"/>
                  <a:pt x="101319" y="202637"/>
                </a:cubicBezTo>
                <a:cubicBezTo>
                  <a:pt x="152374" y="202637"/>
                  <a:pt x="194603" y="164880"/>
                  <a:pt x="201608" y="115764"/>
                </a:cubicBezTo>
                <a:close/>
              </a:path>
            </a:pathLst>
          </a:custGeom>
          <a:solidFill>
            <a:srgbClr val="8B0000"/>
          </a:solidFill>
          <a:ln/>
        </p:spPr>
      </p:sp>
      <p:sp>
        <p:nvSpPr>
          <p:cNvPr id="10" name="Text 8"/>
          <p:cNvSpPr/>
          <p:nvPr/>
        </p:nvSpPr>
        <p:spPr>
          <a:xfrm>
            <a:off x="793662" y="1640937"/>
            <a:ext cx="5167247" cy="270183"/>
          </a:xfrm>
          <a:prstGeom prst="rect">
            <a:avLst/>
          </a:prstGeom>
          <a:noFill/>
          <a:ln/>
        </p:spPr>
        <p:txBody>
          <a:bodyPr wrap="square" lIns="0" tIns="0" rIns="0" bIns="0" rtlCol="0" anchor="ctr"/>
          <a:lstStyle/>
          <a:p>
            <a:pPr>
              <a:lnSpc>
                <a:spcPct val="110000"/>
              </a:lnSpc>
            </a:pPr>
            <a:r>
              <a:rPr lang="en-US" b="1" dirty="0">
                <a:solidFill>
                  <a:srgbClr val="1F2937"/>
                </a:solidFill>
                <a:latin typeface="Sorts Mill Goudy" pitchFamily="34" charset="0"/>
                <a:ea typeface="Sorts Mill Goudy" pitchFamily="34" charset="-122"/>
                <a:cs typeface="Sorts Mill Goudy" pitchFamily="34" charset="-120"/>
              </a:rPr>
              <a:t>Key Excel Functions Used</a:t>
            </a:r>
            <a:endParaRPr lang="en-US" dirty="0"/>
          </a:p>
        </p:txBody>
      </p:sp>
      <p:sp>
        <p:nvSpPr>
          <p:cNvPr id="11" name="Shape 9"/>
          <p:cNvSpPr/>
          <p:nvPr/>
        </p:nvSpPr>
        <p:spPr>
          <a:xfrm>
            <a:off x="557252" y="2046108"/>
            <a:ext cx="5302338" cy="878094"/>
          </a:xfrm>
          <a:custGeom>
            <a:avLst/>
            <a:gdLst/>
            <a:ahLst/>
            <a:cxnLst/>
            <a:rect l="l" t="t" r="r" b="b"/>
            <a:pathLst>
              <a:path w="5302338" h="878094">
                <a:moveTo>
                  <a:pt x="0" y="0"/>
                </a:moveTo>
                <a:lnTo>
                  <a:pt x="5302338" y="0"/>
                </a:lnTo>
                <a:lnTo>
                  <a:pt x="5302338" y="878094"/>
                </a:lnTo>
                <a:lnTo>
                  <a:pt x="0" y="878094"/>
                </a:lnTo>
                <a:lnTo>
                  <a:pt x="0" y="0"/>
                </a:lnTo>
                <a:close/>
              </a:path>
            </a:pathLst>
          </a:custGeom>
          <a:solidFill>
            <a:srgbClr val="FFFFFF"/>
          </a:solidFill>
          <a:ln/>
        </p:spPr>
      </p:sp>
      <p:sp>
        <p:nvSpPr>
          <p:cNvPr id="12" name="Shape 10"/>
          <p:cNvSpPr/>
          <p:nvPr/>
        </p:nvSpPr>
        <p:spPr>
          <a:xfrm>
            <a:off x="557252" y="2046108"/>
            <a:ext cx="33773" cy="878094"/>
          </a:xfrm>
          <a:custGeom>
            <a:avLst/>
            <a:gdLst/>
            <a:ahLst/>
            <a:cxnLst/>
            <a:rect l="l" t="t" r="r" b="b"/>
            <a:pathLst>
              <a:path w="33773" h="878094">
                <a:moveTo>
                  <a:pt x="0" y="0"/>
                </a:moveTo>
                <a:lnTo>
                  <a:pt x="33773" y="0"/>
                </a:lnTo>
                <a:lnTo>
                  <a:pt x="33773" y="878094"/>
                </a:lnTo>
                <a:lnTo>
                  <a:pt x="0" y="878094"/>
                </a:lnTo>
                <a:lnTo>
                  <a:pt x="0" y="0"/>
                </a:lnTo>
                <a:close/>
              </a:path>
            </a:pathLst>
          </a:custGeom>
          <a:solidFill>
            <a:srgbClr val="8B0000"/>
          </a:solidFill>
          <a:ln/>
        </p:spPr>
      </p:sp>
      <p:sp>
        <p:nvSpPr>
          <p:cNvPr id="13" name="Text 11"/>
          <p:cNvSpPr/>
          <p:nvPr/>
        </p:nvSpPr>
        <p:spPr>
          <a:xfrm>
            <a:off x="675457" y="2147427"/>
            <a:ext cx="5158803" cy="23641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COUNTA</a:t>
            </a:r>
          </a:p>
        </p:txBody>
      </p:sp>
      <p:sp>
        <p:nvSpPr>
          <p:cNvPr id="14" name="Text 12"/>
          <p:cNvSpPr/>
          <p:nvPr/>
        </p:nvSpPr>
        <p:spPr>
          <a:xfrm>
            <a:off x="675457" y="2417610"/>
            <a:ext cx="5150360" cy="202637"/>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Counted total attributes in dataset</a:t>
            </a:r>
          </a:p>
        </p:txBody>
      </p:sp>
      <p:sp>
        <p:nvSpPr>
          <p:cNvPr id="15" name="Text 13"/>
          <p:cNvSpPr/>
          <p:nvPr/>
        </p:nvSpPr>
        <p:spPr>
          <a:xfrm>
            <a:off x="675457" y="2654020"/>
            <a:ext cx="5141917" cy="168864"/>
          </a:xfrm>
          <a:prstGeom prst="rect">
            <a:avLst/>
          </a:prstGeom>
          <a:noFill/>
          <a:ln/>
        </p:spPr>
        <p:txBody>
          <a:bodyPr wrap="square" lIns="0" tIns="0" rIns="0" bIns="0" rtlCol="0" anchor="ctr"/>
          <a:lstStyle/>
          <a:p>
            <a:pPr>
              <a:lnSpc>
                <a:spcPct val="120000"/>
              </a:lnSpc>
            </a:pPr>
            <a:r>
              <a:rPr lang="en-US" sz="1300" dirty="0">
                <a:solidFill>
                  <a:srgbClr val="1F2937"/>
                </a:solidFill>
                <a:latin typeface="Sorts Mill Goudy" pitchFamily="34" charset="0"/>
              </a:rPr>
              <a:t>=COUNTA(Table1[#Headers]) → 22 attributes</a:t>
            </a:r>
          </a:p>
        </p:txBody>
      </p:sp>
      <p:sp>
        <p:nvSpPr>
          <p:cNvPr id="16" name="Shape 14"/>
          <p:cNvSpPr/>
          <p:nvPr/>
        </p:nvSpPr>
        <p:spPr>
          <a:xfrm>
            <a:off x="540365" y="3052328"/>
            <a:ext cx="5302338" cy="878094"/>
          </a:xfrm>
          <a:custGeom>
            <a:avLst/>
            <a:gdLst/>
            <a:ahLst/>
            <a:cxnLst/>
            <a:rect l="l" t="t" r="r" b="b"/>
            <a:pathLst>
              <a:path w="5302338" h="878094">
                <a:moveTo>
                  <a:pt x="0" y="0"/>
                </a:moveTo>
                <a:lnTo>
                  <a:pt x="5302338" y="0"/>
                </a:lnTo>
                <a:lnTo>
                  <a:pt x="5302338" y="878094"/>
                </a:lnTo>
                <a:lnTo>
                  <a:pt x="0" y="878094"/>
                </a:lnTo>
                <a:lnTo>
                  <a:pt x="0" y="0"/>
                </a:lnTo>
                <a:close/>
              </a:path>
            </a:pathLst>
          </a:custGeom>
          <a:solidFill>
            <a:srgbClr val="FFFFFF"/>
          </a:solidFill>
          <a:ln/>
        </p:spPr>
      </p:sp>
      <p:sp>
        <p:nvSpPr>
          <p:cNvPr id="17" name="Shape 15"/>
          <p:cNvSpPr/>
          <p:nvPr/>
        </p:nvSpPr>
        <p:spPr>
          <a:xfrm>
            <a:off x="557252" y="3025521"/>
            <a:ext cx="33773" cy="878094"/>
          </a:xfrm>
          <a:custGeom>
            <a:avLst/>
            <a:gdLst/>
            <a:ahLst/>
            <a:cxnLst/>
            <a:rect l="l" t="t" r="r" b="b"/>
            <a:pathLst>
              <a:path w="33773" h="878094">
                <a:moveTo>
                  <a:pt x="0" y="0"/>
                </a:moveTo>
                <a:lnTo>
                  <a:pt x="33773" y="0"/>
                </a:lnTo>
                <a:lnTo>
                  <a:pt x="33773" y="878094"/>
                </a:lnTo>
                <a:lnTo>
                  <a:pt x="0" y="878094"/>
                </a:lnTo>
                <a:lnTo>
                  <a:pt x="0" y="0"/>
                </a:lnTo>
                <a:close/>
              </a:path>
            </a:pathLst>
          </a:custGeom>
          <a:solidFill>
            <a:srgbClr val="8B0000"/>
          </a:solidFill>
          <a:ln/>
        </p:spPr>
      </p:sp>
      <p:sp>
        <p:nvSpPr>
          <p:cNvPr id="18" name="Text 16"/>
          <p:cNvSpPr/>
          <p:nvPr/>
        </p:nvSpPr>
        <p:spPr>
          <a:xfrm>
            <a:off x="675457" y="3126840"/>
            <a:ext cx="5158803" cy="23641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COUNTIFS</a:t>
            </a:r>
          </a:p>
        </p:txBody>
      </p:sp>
      <p:sp>
        <p:nvSpPr>
          <p:cNvPr id="20" name="Text 18"/>
          <p:cNvSpPr/>
          <p:nvPr/>
        </p:nvSpPr>
        <p:spPr>
          <a:xfrm>
            <a:off x="675457" y="3633433"/>
            <a:ext cx="5141917" cy="168864"/>
          </a:xfrm>
          <a:prstGeom prst="rect">
            <a:avLst/>
          </a:prstGeom>
          <a:noFill/>
          <a:ln/>
        </p:spPr>
        <p:txBody>
          <a:bodyPr wrap="square" lIns="0" tIns="0" rIns="0" bIns="0" rtlCol="0" anchor="ctr"/>
          <a:lstStyle/>
          <a:p>
            <a:pPr>
              <a:lnSpc>
                <a:spcPct val="120000"/>
              </a:lnSpc>
            </a:pPr>
            <a:r>
              <a:rPr lang="en-US" sz="1300" dirty="0">
                <a:solidFill>
                  <a:srgbClr val="1F2937"/>
                </a:solidFill>
                <a:latin typeface="Sorts Mill Goudy" pitchFamily="34" charset="0"/>
              </a:rPr>
              <a:t>=COUNTIFS(Country,"India", Price-range,"=4")</a:t>
            </a:r>
          </a:p>
        </p:txBody>
      </p:sp>
      <p:sp>
        <p:nvSpPr>
          <p:cNvPr id="21" name="Shape 19"/>
          <p:cNvSpPr/>
          <p:nvPr/>
        </p:nvSpPr>
        <p:spPr>
          <a:xfrm>
            <a:off x="557252" y="4004934"/>
            <a:ext cx="5302338" cy="878094"/>
          </a:xfrm>
          <a:custGeom>
            <a:avLst/>
            <a:gdLst/>
            <a:ahLst/>
            <a:cxnLst/>
            <a:rect l="l" t="t" r="r" b="b"/>
            <a:pathLst>
              <a:path w="5302338" h="878094">
                <a:moveTo>
                  <a:pt x="0" y="0"/>
                </a:moveTo>
                <a:lnTo>
                  <a:pt x="5302338" y="0"/>
                </a:lnTo>
                <a:lnTo>
                  <a:pt x="5302338" y="878094"/>
                </a:lnTo>
                <a:lnTo>
                  <a:pt x="0" y="878094"/>
                </a:lnTo>
                <a:lnTo>
                  <a:pt x="0" y="0"/>
                </a:lnTo>
                <a:close/>
              </a:path>
            </a:pathLst>
          </a:custGeom>
          <a:solidFill>
            <a:srgbClr val="FFFFFF"/>
          </a:solidFill>
          <a:ln/>
        </p:spPr>
      </p:sp>
      <p:sp>
        <p:nvSpPr>
          <p:cNvPr id="22" name="Shape 20"/>
          <p:cNvSpPr/>
          <p:nvPr/>
        </p:nvSpPr>
        <p:spPr>
          <a:xfrm>
            <a:off x="557252" y="4004934"/>
            <a:ext cx="33773" cy="878094"/>
          </a:xfrm>
          <a:custGeom>
            <a:avLst/>
            <a:gdLst/>
            <a:ahLst/>
            <a:cxnLst/>
            <a:rect l="l" t="t" r="r" b="b"/>
            <a:pathLst>
              <a:path w="33773" h="878094">
                <a:moveTo>
                  <a:pt x="0" y="0"/>
                </a:moveTo>
                <a:lnTo>
                  <a:pt x="33773" y="0"/>
                </a:lnTo>
                <a:lnTo>
                  <a:pt x="33773" y="878094"/>
                </a:lnTo>
                <a:lnTo>
                  <a:pt x="0" y="878094"/>
                </a:lnTo>
                <a:lnTo>
                  <a:pt x="0" y="0"/>
                </a:lnTo>
                <a:close/>
              </a:path>
            </a:pathLst>
          </a:custGeom>
          <a:solidFill>
            <a:srgbClr val="8B0000"/>
          </a:solidFill>
          <a:ln/>
        </p:spPr>
      </p:sp>
      <p:sp>
        <p:nvSpPr>
          <p:cNvPr id="23" name="Text 21"/>
          <p:cNvSpPr/>
          <p:nvPr/>
        </p:nvSpPr>
        <p:spPr>
          <a:xfrm>
            <a:off x="675457" y="4106252"/>
            <a:ext cx="5158803" cy="23641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AVERAGEIF &amp; IF</a:t>
            </a:r>
          </a:p>
        </p:txBody>
      </p:sp>
      <p:sp>
        <p:nvSpPr>
          <p:cNvPr id="24" name="Text 22"/>
          <p:cNvSpPr/>
          <p:nvPr/>
        </p:nvSpPr>
        <p:spPr>
          <a:xfrm>
            <a:off x="675457" y="4376435"/>
            <a:ext cx="5150360" cy="202637"/>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Calculated conditional averages for ratings</a:t>
            </a:r>
          </a:p>
        </p:txBody>
      </p:sp>
      <p:sp>
        <p:nvSpPr>
          <p:cNvPr id="25" name="Text 23"/>
          <p:cNvSpPr/>
          <p:nvPr/>
        </p:nvSpPr>
        <p:spPr>
          <a:xfrm>
            <a:off x="675457" y="4612845"/>
            <a:ext cx="5141917" cy="168864"/>
          </a:xfrm>
          <a:prstGeom prst="rect">
            <a:avLst/>
          </a:prstGeom>
          <a:noFill/>
          <a:ln/>
        </p:spPr>
        <p:txBody>
          <a:bodyPr wrap="square" lIns="0" tIns="0" rIns="0" bIns="0" rtlCol="0" anchor="ctr"/>
          <a:lstStyle/>
          <a:p>
            <a:pPr>
              <a:lnSpc>
                <a:spcPct val="120000"/>
              </a:lnSpc>
            </a:pPr>
            <a:r>
              <a:rPr lang="en-US" sz="1300" dirty="0">
                <a:solidFill>
                  <a:srgbClr val="1F2937"/>
                </a:solidFill>
                <a:latin typeface="Sorts Mill Goudy" pitchFamily="34" charset="0"/>
              </a:rPr>
              <a:t>=AVERAGE(IF((Q:Q&lt;4)*(N:N="Yes"),U:U))</a:t>
            </a:r>
          </a:p>
        </p:txBody>
      </p:sp>
      <p:sp>
        <p:nvSpPr>
          <p:cNvPr id="26" name="Shape 24"/>
          <p:cNvSpPr/>
          <p:nvPr/>
        </p:nvSpPr>
        <p:spPr>
          <a:xfrm>
            <a:off x="603689" y="4991905"/>
            <a:ext cx="5302338" cy="878094"/>
          </a:xfrm>
          <a:custGeom>
            <a:avLst/>
            <a:gdLst/>
            <a:ahLst/>
            <a:cxnLst/>
            <a:rect l="l" t="t" r="r" b="b"/>
            <a:pathLst>
              <a:path w="5302338" h="878094">
                <a:moveTo>
                  <a:pt x="0" y="0"/>
                </a:moveTo>
                <a:lnTo>
                  <a:pt x="5302338" y="0"/>
                </a:lnTo>
                <a:lnTo>
                  <a:pt x="5302338" y="878094"/>
                </a:lnTo>
                <a:lnTo>
                  <a:pt x="0" y="878094"/>
                </a:lnTo>
                <a:lnTo>
                  <a:pt x="0" y="0"/>
                </a:lnTo>
                <a:close/>
              </a:path>
            </a:pathLst>
          </a:custGeom>
          <a:solidFill>
            <a:srgbClr val="FFFFFF"/>
          </a:solidFill>
          <a:ln/>
        </p:spPr>
      </p:sp>
      <p:sp>
        <p:nvSpPr>
          <p:cNvPr id="27" name="Shape 25"/>
          <p:cNvSpPr/>
          <p:nvPr/>
        </p:nvSpPr>
        <p:spPr>
          <a:xfrm>
            <a:off x="557252" y="4984347"/>
            <a:ext cx="33773" cy="878094"/>
          </a:xfrm>
          <a:custGeom>
            <a:avLst/>
            <a:gdLst/>
            <a:ahLst/>
            <a:cxnLst/>
            <a:rect l="l" t="t" r="r" b="b"/>
            <a:pathLst>
              <a:path w="33773" h="878094">
                <a:moveTo>
                  <a:pt x="0" y="0"/>
                </a:moveTo>
                <a:lnTo>
                  <a:pt x="33773" y="0"/>
                </a:lnTo>
                <a:lnTo>
                  <a:pt x="33773" y="878094"/>
                </a:lnTo>
                <a:lnTo>
                  <a:pt x="0" y="878094"/>
                </a:lnTo>
                <a:lnTo>
                  <a:pt x="0" y="0"/>
                </a:lnTo>
                <a:close/>
              </a:path>
            </a:pathLst>
          </a:custGeom>
          <a:solidFill>
            <a:srgbClr val="8B0000"/>
          </a:solidFill>
          <a:ln/>
        </p:spPr>
      </p:sp>
      <p:sp>
        <p:nvSpPr>
          <p:cNvPr id="28" name="Text 26"/>
          <p:cNvSpPr/>
          <p:nvPr/>
        </p:nvSpPr>
        <p:spPr>
          <a:xfrm>
            <a:off x="675457" y="5085665"/>
            <a:ext cx="5158803" cy="23641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Array Formulas</a:t>
            </a:r>
          </a:p>
        </p:txBody>
      </p:sp>
      <p:sp>
        <p:nvSpPr>
          <p:cNvPr id="29" name="Text 27"/>
          <p:cNvSpPr/>
          <p:nvPr/>
        </p:nvSpPr>
        <p:spPr>
          <a:xfrm>
            <a:off x="675457" y="5355848"/>
            <a:ext cx="5150360" cy="202637"/>
          </a:xfrm>
          <a:prstGeom prst="rect">
            <a:avLst/>
          </a:prstGeom>
          <a:noFill/>
          <a:ln/>
        </p:spPr>
        <p:txBody>
          <a:bodyPr wrap="square" lIns="0" tIns="0" rIns="0" bIns="0" rtlCol="0" anchor="ctr"/>
          <a:lstStyle/>
          <a:p>
            <a:pPr>
              <a:lnSpc>
                <a:spcPct val="130000"/>
              </a:lnSpc>
            </a:pPr>
            <a:endParaRPr lang="en-US" sz="1300" dirty="0">
              <a:solidFill>
                <a:srgbClr val="1F2937"/>
              </a:solidFill>
              <a:latin typeface="Sorts Mill Goudy" pitchFamily="34" charset="0"/>
            </a:endParaRPr>
          </a:p>
        </p:txBody>
      </p:sp>
      <p:sp>
        <p:nvSpPr>
          <p:cNvPr id="30" name="Text 28"/>
          <p:cNvSpPr/>
          <p:nvPr/>
        </p:nvSpPr>
        <p:spPr>
          <a:xfrm>
            <a:off x="675457" y="5592258"/>
            <a:ext cx="5141917" cy="168864"/>
          </a:xfrm>
          <a:prstGeom prst="rect">
            <a:avLst/>
          </a:prstGeom>
          <a:noFill/>
          <a:ln/>
        </p:spPr>
        <p:txBody>
          <a:bodyPr wrap="square" lIns="0" tIns="0" rIns="0" bIns="0" rtlCol="0" anchor="ctr"/>
          <a:lstStyle/>
          <a:p>
            <a:pPr>
              <a:lnSpc>
                <a:spcPct val="120000"/>
              </a:lnSpc>
            </a:pPr>
            <a:r>
              <a:rPr lang="en-US" sz="1300" dirty="0">
                <a:solidFill>
                  <a:srgbClr val="1F2937"/>
                </a:solidFill>
                <a:latin typeface="Sorts Mill Goudy" pitchFamily="34" charset="0"/>
              </a:rPr>
              <a:t>{=SUM((N:N="No")*(Q:Q=1)*(T:T&lt;=250))}</a:t>
            </a:r>
          </a:p>
        </p:txBody>
      </p:sp>
      <p:sp>
        <p:nvSpPr>
          <p:cNvPr id="31" name="Shape 29"/>
          <p:cNvSpPr/>
          <p:nvPr/>
        </p:nvSpPr>
        <p:spPr>
          <a:xfrm>
            <a:off x="6161646" y="1472073"/>
            <a:ext cx="5690726" cy="1604211"/>
          </a:xfrm>
          <a:custGeom>
            <a:avLst/>
            <a:gdLst/>
            <a:ahLst/>
            <a:cxnLst/>
            <a:rect l="l" t="t" r="r" b="b"/>
            <a:pathLst>
              <a:path w="5690726" h="1604211">
                <a:moveTo>
                  <a:pt x="0" y="0"/>
                </a:moveTo>
                <a:lnTo>
                  <a:pt x="5690726" y="0"/>
                </a:lnTo>
                <a:lnTo>
                  <a:pt x="5690726" y="1604211"/>
                </a:lnTo>
                <a:lnTo>
                  <a:pt x="0" y="1604211"/>
                </a:lnTo>
                <a:lnTo>
                  <a:pt x="0" y="0"/>
                </a:lnTo>
                <a:close/>
              </a:path>
            </a:pathLst>
          </a:custGeom>
          <a:solidFill>
            <a:srgbClr val="8B0000"/>
          </a:solidFill>
          <a:ln/>
        </p:spPr>
      </p:sp>
      <p:sp>
        <p:nvSpPr>
          <p:cNvPr id="32" name="Shape 30"/>
          <p:cNvSpPr/>
          <p:nvPr/>
        </p:nvSpPr>
        <p:spPr>
          <a:xfrm>
            <a:off x="6312731" y="1580778"/>
            <a:ext cx="168864" cy="168864"/>
          </a:xfrm>
          <a:custGeom>
            <a:avLst/>
            <a:gdLst/>
            <a:ahLst/>
            <a:cxnLst/>
            <a:rect l="l" t="t" r="r" b="b"/>
            <a:pathLst>
              <a:path w="168864" h="168864">
                <a:moveTo>
                  <a:pt x="168864" y="84432"/>
                </a:moveTo>
                <a:cubicBezTo>
                  <a:pt x="168864" y="84729"/>
                  <a:pt x="168864" y="85026"/>
                  <a:pt x="168864" y="85323"/>
                </a:cubicBezTo>
                <a:cubicBezTo>
                  <a:pt x="168732" y="97361"/>
                  <a:pt x="157783" y="105540"/>
                  <a:pt x="145744" y="105540"/>
                </a:cubicBezTo>
                <a:lnTo>
                  <a:pt x="113456" y="105540"/>
                </a:lnTo>
                <a:cubicBezTo>
                  <a:pt x="104716" y="105540"/>
                  <a:pt x="97625" y="112631"/>
                  <a:pt x="97625" y="121371"/>
                </a:cubicBezTo>
                <a:cubicBezTo>
                  <a:pt x="97625" y="122493"/>
                  <a:pt x="97757" y="123581"/>
                  <a:pt x="97954" y="124636"/>
                </a:cubicBezTo>
                <a:cubicBezTo>
                  <a:pt x="98647" y="128000"/>
                  <a:pt x="100098" y="131233"/>
                  <a:pt x="101516" y="134498"/>
                </a:cubicBezTo>
                <a:cubicBezTo>
                  <a:pt x="103528" y="139049"/>
                  <a:pt x="105507" y="143568"/>
                  <a:pt x="105507" y="148350"/>
                </a:cubicBezTo>
                <a:cubicBezTo>
                  <a:pt x="105507" y="158838"/>
                  <a:pt x="98383" y="168370"/>
                  <a:pt x="87895" y="168798"/>
                </a:cubicBezTo>
                <a:cubicBezTo>
                  <a:pt x="86741" y="168831"/>
                  <a:pt x="85586" y="168864"/>
                  <a:pt x="84399" y="168864"/>
                </a:cubicBezTo>
                <a:cubicBezTo>
                  <a:pt x="37764" y="168864"/>
                  <a:pt x="-33" y="131068"/>
                  <a:pt x="-33" y="84432"/>
                </a:cubicBezTo>
                <a:cubicBezTo>
                  <a:pt x="-33" y="37797"/>
                  <a:pt x="37797" y="0"/>
                  <a:pt x="84432" y="0"/>
                </a:cubicBezTo>
                <a:cubicBezTo>
                  <a:pt x="131068" y="0"/>
                  <a:pt x="168864" y="37797"/>
                  <a:pt x="168864" y="84432"/>
                </a:cubicBezTo>
                <a:close/>
                <a:moveTo>
                  <a:pt x="42216" y="94986"/>
                </a:moveTo>
                <a:cubicBezTo>
                  <a:pt x="42216" y="89161"/>
                  <a:pt x="37487" y="84432"/>
                  <a:pt x="31662" y="84432"/>
                </a:cubicBezTo>
                <a:cubicBezTo>
                  <a:pt x="25837" y="84432"/>
                  <a:pt x="21108" y="89161"/>
                  <a:pt x="21108" y="94986"/>
                </a:cubicBezTo>
                <a:cubicBezTo>
                  <a:pt x="21108" y="100811"/>
                  <a:pt x="25837" y="105540"/>
                  <a:pt x="31662" y="105540"/>
                </a:cubicBezTo>
                <a:cubicBezTo>
                  <a:pt x="37487" y="105540"/>
                  <a:pt x="42216" y="100811"/>
                  <a:pt x="42216" y="94986"/>
                </a:cubicBezTo>
                <a:close/>
                <a:moveTo>
                  <a:pt x="42216" y="63324"/>
                </a:moveTo>
                <a:cubicBezTo>
                  <a:pt x="48041" y="63324"/>
                  <a:pt x="52770" y="58595"/>
                  <a:pt x="52770" y="52770"/>
                </a:cubicBezTo>
                <a:cubicBezTo>
                  <a:pt x="52770" y="46945"/>
                  <a:pt x="48041" y="42216"/>
                  <a:pt x="42216" y="42216"/>
                </a:cubicBezTo>
                <a:cubicBezTo>
                  <a:pt x="36391" y="42216"/>
                  <a:pt x="31662" y="46945"/>
                  <a:pt x="31662" y="52770"/>
                </a:cubicBezTo>
                <a:cubicBezTo>
                  <a:pt x="31662" y="58595"/>
                  <a:pt x="36391" y="63324"/>
                  <a:pt x="42216" y="63324"/>
                </a:cubicBezTo>
                <a:close/>
                <a:moveTo>
                  <a:pt x="94986" y="31662"/>
                </a:moveTo>
                <a:cubicBezTo>
                  <a:pt x="94986" y="25837"/>
                  <a:pt x="90257" y="21108"/>
                  <a:pt x="84432" y="21108"/>
                </a:cubicBezTo>
                <a:cubicBezTo>
                  <a:pt x="78607" y="21108"/>
                  <a:pt x="73878" y="25837"/>
                  <a:pt x="73878" y="31662"/>
                </a:cubicBezTo>
                <a:cubicBezTo>
                  <a:pt x="73878" y="37487"/>
                  <a:pt x="78607" y="42216"/>
                  <a:pt x="84432" y="42216"/>
                </a:cubicBezTo>
                <a:cubicBezTo>
                  <a:pt x="90257" y="42216"/>
                  <a:pt x="94986" y="37487"/>
                  <a:pt x="94986" y="31662"/>
                </a:cubicBezTo>
                <a:close/>
                <a:moveTo>
                  <a:pt x="126648" y="63324"/>
                </a:moveTo>
                <a:cubicBezTo>
                  <a:pt x="132473" y="63324"/>
                  <a:pt x="137202" y="58595"/>
                  <a:pt x="137202" y="52770"/>
                </a:cubicBezTo>
                <a:cubicBezTo>
                  <a:pt x="137202" y="46945"/>
                  <a:pt x="132473" y="42216"/>
                  <a:pt x="126648" y="42216"/>
                </a:cubicBezTo>
                <a:cubicBezTo>
                  <a:pt x="120823" y="42216"/>
                  <a:pt x="116094" y="46945"/>
                  <a:pt x="116094" y="52770"/>
                </a:cubicBezTo>
                <a:cubicBezTo>
                  <a:pt x="116094" y="58595"/>
                  <a:pt x="120823" y="63324"/>
                  <a:pt x="126648" y="63324"/>
                </a:cubicBezTo>
                <a:close/>
              </a:path>
            </a:pathLst>
          </a:custGeom>
          <a:solidFill>
            <a:srgbClr val="F9FAFB"/>
          </a:solidFill>
          <a:ln/>
        </p:spPr>
      </p:sp>
      <p:sp>
        <p:nvSpPr>
          <p:cNvPr id="33" name="Text 31"/>
          <p:cNvSpPr/>
          <p:nvPr/>
        </p:nvSpPr>
        <p:spPr>
          <a:xfrm>
            <a:off x="6555100" y="1556691"/>
            <a:ext cx="5226349" cy="236410"/>
          </a:xfrm>
          <a:prstGeom prst="rect">
            <a:avLst/>
          </a:prstGeom>
          <a:noFill/>
          <a:ln/>
        </p:spPr>
        <p:txBody>
          <a:bodyPr wrap="square" lIns="0" tIns="0" rIns="0" bIns="0" rtlCol="0" anchor="ctr"/>
          <a:lstStyle/>
          <a:p>
            <a:pP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Conditional Formatting</a:t>
            </a:r>
            <a:endParaRPr lang="en-US" sz="1500" dirty="0"/>
          </a:p>
        </p:txBody>
      </p:sp>
      <p:sp>
        <p:nvSpPr>
          <p:cNvPr id="34" name="Text 32"/>
          <p:cNvSpPr/>
          <p:nvPr/>
        </p:nvSpPr>
        <p:spPr>
          <a:xfrm>
            <a:off x="6344019" y="1923970"/>
            <a:ext cx="5420543" cy="219524"/>
          </a:xfrm>
          <a:prstGeom prst="rect">
            <a:avLst/>
          </a:prstGeom>
          <a:noFill/>
          <a:ln/>
        </p:spPr>
        <p:txBody>
          <a:bodyPr wrap="square" lIns="0" tIns="0" rIns="0" bIns="0" rtlCol="0" anchor="ctr"/>
          <a:lstStyle/>
          <a:p>
            <a:pPr>
              <a:lnSpc>
                <a:spcPct val="140000"/>
              </a:lnSpc>
            </a:pPr>
            <a:r>
              <a:rPr lang="en-US" sz="1300" dirty="0">
                <a:solidFill>
                  <a:srgbClr val="F9FAFB"/>
                </a:solidFill>
                <a:latin typeface="Sorts Mill Goudy" pitchFamily="34" charset="0"/>
                <a:ea typeface="Sorts Mill Goudy" pitchFamily="34" charset="-122"/>
                <a:cs typeface="Sorts Mill Goudy" pitchFamily="34" charset="-120"/>
              </a:rPr>
              <a:t>Applied conditional formatting to highlight restaurants in recommended cities using:</a:t>
            </a:r>
            <a:endParaRPr lang="en-US" sz="1300" dirty="0"/>
          </a:p>
        </p:txBody>
      </p:sp>
      <p:sp>
        <p:nvSpPr>
          <p:cNvPr id="35" name="Shape 33"/>
          <p:cNvSpPr/>
          <p:nvPr/>
        </p:nvSpPr>
        <p:spPr>
          <a:xfrm>
            <a:off x="6330510" y="2354705"/>
            <a:ext cx="5352997" cy="371501"/>
          </a:xfrm>
          <a:custGeom>
            <a:avLst/>
            <a:gdLst/>
            <a:ahLst/>
            <a:cxnLst/>
            <a:rect l="l" t="t" r="r" b="b"/>
            <a:pathLst>
              <a:path w="5352997" h="371501">
                <a:moveTo>
                  <a:pt x="0" y="0"/>
                </a:moveTo>
                <a:lnTo>
                  <a:pt x="5352997" y="0"/>
                </a:lnTo>
                <a:lnTo>
                  <a:pt x="5352997" y="371501"/>
                </a:lnTo>
                <a:lnTo>
                  <a:pt x="0" y="371501"/>
                </a:lnTo>
                <a:lnTo>
                  <a:pt x="0" y="0"/>
                </a:lnTo>
                <a:close/>
              </a:path>
            </a:pathLst>
          </a:custGeom>
          <a:solidFill>
            <a:srgbClr val="F9FAFB">
              <a:alpha val="20000"/>
            </a:srgbClr>
          </a:solidFill>
          <a:ln/>
        </p:spPr>
      </p:sp>
      <p:sp>
        <p:nvSpPr>
          <p:cNvPr id="36" name="Text 34"/>
          <p:cNvSpPr/>
          <p:nvPr/>
        </p:nvSpPr>
        <p:spPr>
          <a:xfrm>
            <a:off x="6344019" y="2345318"/>
            <a:ext cx="5412100" cy="371501"/>
          </a:xfrm>
          <a:prstGeom prst="rect">
            <a:avLst/>
          </a:prstGeom>
          <a:noFill/>
          <a:ln/>
        </p:spPr>
        <p:txBody>
          <a:bodyPr wrap="square" lIns="101319" tIns="101319" rIns="101319" bIns="101319" rtlCol="0" anchor="ctr"/>
          <a:lstStyle/>
          <a:p>
            <a:pPr>
              <a:lnSpc>
                <a:spcPct val="120000"/>
              </a:lnSpc>
            </a:pPr>
            <a:r>
              <a:rPr lang="en-US" sz="1300" dirty="0">
                <a:solidFill>
                  <a:srgbClr val="F9FAFB"/>
                </a:solidFill>
                <a:latin typeface="Sorts Mill Goudy" panose="020B0604020202020204" charset="0"/>
                <a:ea typeface="MiSans" pitchFamily="34" charset="-122"/>
                <a:cs typeface="MiSans" pitchFamily="34" charset="-120"/>
              </a:rPr>
              <a:t>=ISNUMBER(MATCH(E2, $X$28:$X$34, 0))</a:t>
            </a:r>
            <a:endParaRPr lang="en-US" sz="1300" dirty="0">
              <a:latin typeface="Sorts Mill Goudy" panose="020B0604020202020204" charset="0"/>
            </a:endParaRPr>
          </a:p>
        </p:txBody>
      </p:sp>
      <p:sp>
        <p:nvSpPr>
          <p:cNvPr id="37" name="Text 35"/>
          <p:cNvSpPr/>
          <p:nvPr/>
        </p:nvSpPr>
        <p:spPr>
          <a:xfrm>
            <a:off x="6344019" y="2814413"/>
            <a:ext cx="5412100" cy="168864"/>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ea typeface="Sorts Mill Goudy" pitchFamily="34" charset="-122"/>
                <a:cs typeface="Sorts Mill Goudy" pitchFamily="34" charset="-120"/>
              </a:rPr>
              <a:t>Light ice blue highlighting for visual identification</a:t>
            </a:r>
            <a:endParaRPr lang="en-US" sz="1300" dirty="0"/>
          </a:p>
        </p:txBody>
      </p:sp>
      <p:sp>
        <p:nvSpPr>
          <p:cNvPr id="39" name="Shape 37"/>
          <p:cNvSpPr/>
          <p:nvPr/>
        </p:nvSpPr>
        <p:spPr>
          <a:xfrm>
            <a:off x="6312731" y="3288413"/>
            <a:ext cx="189972" cy="168864"/>
          </a:xfrm>
          <a:custGeom>
            <a:avLst/>
            <a:gdLst/>
            <a:ahLst/>
            <a:cxnLst/>
            <a:rect l="l" t="t" r="r" b="b"/>
            <a:pathLst>
              <a:path w="189972" h="168864">
                <a:moveTo>
                  <a:pt x="138357" y="31662"/>
                </a:moveTo>
                <a:cubicBezTo>
                  <a:pt x="132882" y="31662"/>
                  <a:pt x="127572" y="33146"/>
                  <a:pt x="122921" y="35851"/>
                </a:cubicBezTo>
                <a:cubicBezTo>
                  <a:pt x="117710" y="30574"/>
                  <a:pt x="111642" y="26154"/>
                  <a:pt x="104947" y="22823"/>
                </a:cubicBezTo>
                <a:cubicBezTo>
                  <a:pt x="114247" y="14908"/>
                  <a:pt x="126088" y="10554"/>
                  <a:pt x="138357" y="10554"/>
                </a:cubicBezTo>
                <a:cubicBezTo>
                  <a:pt x="166852" y="10554"/>
                  <a:pt x="189972" y="33641"/>
                  <a:pt x="189972" y="62170"/>
                </a:cubicBezTo>
                <a:cubicBezTo>
                  <a:pt x="189972" y="75857"/>
                  <a:pt x="184530" y="88984"/>
                  <a:pt x="174867" y="98647"/>
                </a:cubicBezTo>
                <a:lnTo>
                  <a:pt x="151417" y="122097"/>
                </a:lnTo>
                <a:cubicBezTo>
                  <a:pt x="141754" y="131760"/>
                  <a:pt x="128627" y="137202"/>
                  <a:pt x="114940" y="137202"/>
                </a:cubicBezTo>
                <a:cubicBezTo>
                  <a:pt x="86444" y="137202"/>
                  <a:pt x="63324" y="114115"/>
                  <a:pt x="63324" y="85586"/>
                </a:cubicBezTo>
                <a:cubicBezTo>
                  <a:pt x="63324" y="85092"/>
                  <a:pt x="63324" y="84597"/>
                  <a:pt x="63357" y="84102"/>
                </a:cubicBezTo>
                <a:cubicBezTo>
                  <a:pt x="63522" y="78265"/>
                  <a:pt x="68370" y="73680"/>
                  <a:pt x="74208" y="73845"/>
                </a:cubicBezTo>
                <a:cubicBezTo>
                  <a:pt x="80046" y="74010"/>
                  <a:pt x="84630" y="78858"/>
                  <a:pt x="84465" y="84696"/>
                </a:cubicBezTo>
                <a:cubicBezTo>
                  <a:pt x="84465" y="84993"/>
                  <a:pt x="84465" y="85290"/>
                  <a:pt x="84465" y="85553"/>
                </a:cubicBezTo>
                <a:cubicBezTo>
                  <a:pt x="84465" y="102407"/>
                  <a:pt x="98119" y="116061"/>
                  <a:pt x="114973" y="116061"/>
                </a:cubicBezTo>
                <a:cubicBezTo>
                  <a:pt x="123053" y="116061"/>
                  <a:pt x="130804" y="112862"/>
                  <a:pt x="136543" y="107123"/>
                </a:cubicBezTo>
                <a:lnTo>
                  <a:pt x="159992" y="83674"/>
                </a:lnTo>
                <a:cubicBezTo>
                  <a:pt x="165698" y="77968"/>
                  <a:pt x="168930" y="70184"/>
                  <a:pt x="168930" y="62104"/>
                </a:cubicBezTo>
                <a:cubicBezTo>
                  <a:pt x="168930" y="45250"/>
                  <a:pt x="155276" y="31596"/>
                  <a:pt x="138423" y="31596"/>
                </a:cubicBezTo>
                <a:close/>
                <a:moveTo>
                  <a:pt x="90765" y="57157"/>
                </a:moveTo>
                <a:cubicBezTo>
                  <a:pt x="90138" y="56893"/>
                  <a:pt x="89511" y="56530"/>
                  <a:pt x="88951" y="56134"/>
                </a:cubicBezTo>
                <a:cubicBezTo>
                  <a:pt x="84795" y="53990"/>
                  <a:pt x="80046" y="52770"/>
                  <a:pt x="75065" y="52770"/>
                </a:cubicBezTo>
                <a:cubicBezTo>
                  <a:pt x="66985" y="52770"/>
                  <a:pt x="59234" y="55969"/>
                  <a:pt x="53496" y="61708"/>
                </a:cubicBezTo>
                <a:lnTo>
                  <a:pt x="30046" y="85158"/>
                </a:lnTo>
                <a:cubicBezTo>
                  <a:pt x="24340" y="90863"/>
                  <a:pt x="21108" y="98647"/>
                  <a:pt x="21108" y="106727"/>
                </a:cubicBezTo>
                <a:cubicBezTo>
                  <a:pt x="21108" y="123581"/>
                  <a:pt x="34762" y="137235"/>
                  <a:pt x="51616" y="137235"/>
                </a:cubicBezTo>
                <a:cubicBezTo>
                  <a:pt x="57058" y="137235"/>
                  <a:pt x="62368" y="135784"/>
                  <a:pt x="67018" y="133080"/>
                </a:cubicBezTo>
                <a:cubicBezTo>
                  <a:pt x="72229" y="138357"/>
                  <a:pt x="78298" y="142776"/>
                  <a:pt x="85026" y="146107"/>
                </a:cubicBezTo>
                <a:cubicBezTo>
                  <a:pt x="75725" y="153990"/>
                  <a:pt x="63918" y="158376"/>
                  <a:pt x="51616" y="158376"/>
                </a:cubicBezTo>
                <a:cubicBezTo>
                  <a:pt x="23120" y="158376"/>
                  <a:pt x="0" y="135289"/>
                  <a:pt x="0" y="106760"/>
                </a:cubicBezTo>
                <a:cubicBezTo>
                  <a:pt x="0" y="93073"/>
                  <a:pt x="5442" y="79947"/>
                  <a:pt x="15105" y="70283"/>
                </a:cubicBezTo>
                <a:lnTo>
                  <a:pt x="38555" y="46833"/>
                </a:lnTo>
                <a:cubicBezTo>
                  <a:pt x="48219" y="37170"/>
                  <a:pt x="61345" y="31728"/>
                  <a:pt x="75032" y="31728"/>
                </a:cubicBezTo>
                <a:cubicBezTo>
                  <a:pt x="103594" y="31728"/>
                  <a:pt x="126648" y="55013"/>
                  <a:pt x="126648" y="83476"/>
                </a:cubicBezTo>
                <a:cubicBezTo>
                  <a:pt x="126648" y="83904"/>
                  <a:pt x="126648" y="84333"/>
                  <a:pt x="126648" y="84762"/>
                </a:cubicBezTo>
                <a:cubicBezTo>
                  <a:pt x="126516" y="90600"/>
                  <a:pt x="121668" y="95184"/>
                  <a:pt x="115830" y="95052"/>
                </a:cubicBezTo>
                <a:cubicBezTo>
                  <a:pt x="109993" y="94920"/>
                  <a:pt x="105408" y="90072"/>
                  <a:pt x="105540" y="84234"/>
                </a:cubicBezTo>
                <a:cubicBezTo>
                  <a:pt x="105540" y="83970"/>
                  <a:pt x="105540" y="83740"/>
                  <a:pt x="105540" y="83476"/>
                </a:cubicBezTo>
                <a:cubicBezTo>
                  <a:pt x="105540" y="72361"/>
                  <a:pt x="99604" y="62599"/>
                  <a:pt x="90765" y="57223"/>
                </a:cubicBezTo>
                <a:close/>
              </a:path>
            </a:pathLst>
          </a:custGeom>
          <a:solidFill>
            <a:srgbClr val="8B0000"/>
          </a:solidFill>
          <a:ln/>
        </p:spPr>
        <p:txBody>
          <a:bodyPr/>
          <a:lstStyle/>
          <a:p>
            <a:endParaRPr lang="en-US" dirty="0"/>
          </a:p>
        </p:txBody>
      </p:sp>
      <p:sp>
        <p:nvSpPr>
          <p:cNvPr id="40" name="Text 38"/>
          <p:cNvSpPr/>
          <p:nvPr/>
        </p:nvSpPr>
        <p:spPr>
          <a:xfrm>
            <a:off x="6538213" y="3245045"/>
            <a:ext cx="5201019" cy="23641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String Operations</a:t>
            </a:r>
          </a:p>
        </p:txBody>
      </p:sp>
      <p:sp>
        <p:nvSpPr>
          <p:cNvPr id="41" name="Text 39"/>
          <p:cNvSpPr/>
          <p:nvPr/>
        </p:nvSpPr>
        <p:spPr>
          <a:xfrm>
            <a:off x="6328821" y="3731478"/>
            <a:ext cx="5678905" cy="439047"/>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ea typeface="Sorts Mill Goudy" pitchFamily="34" charset="-122"/>
                <a:cs typeface="Sorts Mill Goudy" pitchFamily="34" charset="-120"/>
              </a:rPr>
              <a:t>Used CONCATENATE, MID, and FIND functions to create customized price columns combining currency symbols with cost values for enhanced readability.</a:t>
            </a:r>
            <a:endParaRPr lang="en-US" sz="1300" dirty="0"/>
          </a:p>
        </p:txBody>
      </p:sp>
      <p:sp>
        <p:nvSpPr>
          <p:cNvPr id="43" name="Shape 41"/>
          <p:cNvSpPr/>
          <p:nvPr/>
        </p:nvSpPr>
        <p:spPr>
          <a:xfrm>
            <a:off x="6344019" y="4677118"/>
            <a:ext cx="168864" cy="168864"/>
          </a:xfrm>
          <a:custGeom>
            <a:avLst/>
            <a:gdLst/>
            <a:ahLst/>
            <a:cxnLst/>
            <a:rect l="l" t="t" r="r" b="b"/>
            <a:pathLst>
              <a:path w="168864" h="168864">
                <a:moveTo>
                  <a:pt x="165764" y="49670"/>
                </a:moveTo>
                <a:lnTo>
                  <a:pt x="134102" y="81332"/>
                </a:lnTo>
                <a:cubicBezTo>
                  <a:pt x="131068" y="84366"/>
                  <a:pt x="126549" y="85257"/>
                  <a:pt x="122591" y="83608"/>
                </a:cubicBezTo>
                <a:cubicBezTo>
                  <a:pt x="118634" y="81959"/>
                  <a:pt x="116094" y="78133"/>
                  <a:pt x="116094" y="73878"/>
                </a:cubicBezTo>
                <a:lnTo>
                  <a:pt x="116094" y="52770"/>
                </a:lnTo>
                <a:lnTo>
                  <a:pt x="10554" y="52770"/>
                </a:lnTo>
                <a:cubicBezTo>
                  <a:pt x="4716" y="52770"/>
                  <a:pt x="0" y="48054"/>
                  <a:pt x="0" y="42216"/>
                </a:cubicBezTo>
                <a:cubicBezTo>
                  <a:pt x="0" y="36378"/>
                  <a:pt x="4716" y="31662"/>
                  <a:pt x="10554" y="31662"/>
                </a:cubicBezTo>
                <a:lnTo>
                  <a:pt x="116094" y="31662"/>
                </a:lnTo>
                <a:lnTo>
                  <a:pt x="116094" y="10554"/>
                </a:lnTo>
                <a:cubicBezTo>
                  <a:pt x="116094" y="6299"/>
                  <a:pt x="118667" y="2441"/>
                  <a:pt x="122624" y="792"/>
                </a:cubicBezTo>
                <a:cubicBezTo>
                  <a:pt x="126582" y="-858"/>
                  <a:pt x="131101" y="66"/>
                  <a:pt x="134135" y="3067"/>
                </a:cubicBezTo>
                <a:lnTo>
                  <a:pt x="165797" y="34729"/>
                </a:lnTo>
                <a:cubicBezTo>
                  <a:pt x="169920" y="38852"/>
                  <a:pt x="169920" y="45547"/>
                  <a:pt x="165797" y="49670"/>
                </a:cubicBezTo>
                <a:close/>
                <a:moveTo>
                  <a:pt x="34729" y="165764"/>
                </a:moveTo>
                <a:lnTo>
                  <a:pt x="3067" y="134102"/>
                </a:lnTo>
                <a:cubicBezTo>
                  <a:pt x="-1055" y="129979"/>
                  <a:pt x="-1055" y="123284"/>
                  <a:pt x="3067" y="119161"/>
                </a:cubicBezTo>
                <a:lnTo>
                  <a:pt x="34729" y="87499"/>
                </a:lnTo>
                <a:cubicBezTo>
                  <a:pt x="37764" y="84465"/>
                  <a:pt x="42282" y="83575"/>
                  <a:pt x="46240" y="85224"/>
                </a:cubicBezTo>
                <a:cubicBezTo>
                  <a:pt x="50198" y="86873"/>
                  <a:pt x="52770" y="90732"/>
                  <a:pt x="52770" y="94986"/>
                </a:cubicBezTo>
                <a:lnTo>
                  <a:pt x="52770" y="116094"/>
                </a:lnTo>
                <a:lnTo>
                  <a:pt x="158310" y="116094"/>
                </a:lnTo>
                <a:cubicBezTo>
                  <a:pt x="164148" y="116094"/>
                  <a:pt x="168864" y="120811"/>
                  <a:pt x="168864" y="126648"/>
                </a:cubicBezTo>
                <a:cubicBezTo>
                  <a:pt x="168864" y="132486"/>
                  <a:pt x="164148" y="137202"/>
                  <a:pt x="158310" y="137202"/>
                </a:cubicBezTo>
                <a:lnTo>
                  <a:pt x="52770" y="137202"/>
                </a:lnTo>
                <a:lnTo>
                  <a:pt x="52770" y="158310"/>
                </a:lnTo>
                <a:cubicBezTo>
                  <a:pt x="52770" y="162565"/>
                  <a:pt x="50198" y="166424"/>
                  <a:pt x="46240" y="168073"/>
                </a:cubicBezTo>
                <a:cubicBezTo>
                  <a:pt x="42282" y="169722"/>
                  <a:pt x="37764" y="168798"/>
                  <a:pt x="34729" y="165797"/>
                </a:cubicBezTo>
                <a:close/>
              </a:path>
            </a:pathLst>
          </a:custGeom>
          <a:solidFill>
            <a:srgbClr val="8B0000"/>
          </a:solidFill>
          <a:ln/>
        </p:spPr>
      </p:sp>
      <p:sp>
        <p:nvSpPr>
          <p:cNvPr id="44" name="Text 42"/>
          <p:cNvSpPr/>
          <p:nvPr/>
        </p:nvSpPr>
        <p:spPr>
          <a:xfrm>
            <a:off x="6555100" y="4615669"/>
            <a:ext cx="5201019" cy="23641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Currency Conversion</a:t>
            </a:r>
          </a:p>
        </p:txBody>
      </p:sp>
      <p:sp>
        <p:nvSpPr>
          <p:cNvPr id="45" name="Text 43"/>
          <p:cNvSpPr/>
          <p:nvPr/>
        </p:nvSpPr>
        <p:spPr>
          <a:xfrm>
            <a:off x="6344019" y="5008093"/>
            <a:ext cx="5395213" cy="439047"/>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Created currency conversion table and applied LOOKUP functions to standardize all costs to INR for comparative analysis across markets.</a:t>
            </a:r>
          </a:p>
        </p:txBody>
      </p:sp>
      <p:sp>
        <p:nvSpPr>
          <p:cNvPr id="46" name="Shape 44"/>
          <p:cNvSpPr/>
          <p:nvPr/>
        </p:nvSpPr>
        <p:spPr>
          <a:xfrm>
            <a:off x="524535" y="6047028"/>
            <a:ext cx="11499657" cy="811335"/>
          </a:xfrm>
          <a:custGeom>
            <a:avLst/>
            <a:gdLst/>
            <a:ahLst/>
            <a:cxnLst/>
            <a:rect l="l" t="t" r="r" b="b"/>
            <a:pathLst>
              <a:path w="11499657" h="743003">
                <a:moveTo>
                  <a:pt x="0" y="0"/>
                </a:moveTo>
                <a:lnTo>
                  <a:pt x="11499657" y="0"/>
                </a:lnTo>
                <a:lnTo>
                  <a:pt x="11499657" y="743003"/>
                </a:lnTo>
                <a:lnTo>
                  <a:pt x="0" y="743003"/>
                </a:lnTo>
                <a:lnTo>
                  <a:pt x="0" y="0"/>
                </a:lnTo>
                <a:close/>
              </a:path>
            </a:pathLst>
          </a:custGeom>
          <a:solidFill>
            <a:srgbClr val="8B0000">
              <a:alpha val="10196"/>
            </a:srgbClr>
          </a:solidFill>
          <a:ln/>
        </p:spPr>
      </p:sp>
      <p:sp>
        <p:nvSpPr>
          <p:cNvPr id="47" name="Shape 45"/>
          <p:cNvSpPr/>
          <p:nvPr/>
        </p:nvSpPr>
        <p:spPr>
          <a:xfrm>
            <a:off x="354615" y="6166397"/>
            <a:ext cx="33773" cy="743003"/>
          </a:xfrm>
          <a:custGeom>
            <a:avLst/>
            <a:gdLst/>
            <a:ahLst/>
            <a:cxnLst/>
            <a:rect l="l" t="t" r="r" b="b"/>
            <a:pathLst>
              <a:path w="33773" h="743003">
                <a:moveTo>
                  <a:pt x="0" y="0"/>
                </a:moveTo>
                <a:lnTo>
                  <a:pt x="33773" y="0"/>
                </a:lnTo>
                <a:lnTo>
                  <a:pt x="33773" y="743003"/>
                </a:lnTo>
                <a:lnTo>
                  <a:pt x="0" y="743003"/>
                </a:lnTo>
                <a:lnTo>
                  <a:pt x="0" y="0"/>
                </a:lnTo>
                <a:close/>
              </a:path>
            </a:pathLst>
          </a:custGeom>
          <a:solidFill>
            <a:srgbClr val="8B0000"/>
          </a:solidFill>
          <a:ln/>
        </p:spPr>
      </p:sp>
      <p:sp>
        <p:nvSpPr>
          <p:cNvPr id="48" name="Shape 46"/>
          <p:cNvSpPr/>
          <p:nvPr/>
        </p:nvSpPr>
        <p:spPr>
          <a:xfrm>
            <a:off x="549799" y="6174840"/>
            <a:ext cx="284958" cy="253296"/>
          </a:xfrm>
          <a:custGeom>
            <a:avLst/>
            <a:gdLst/>
            <a:ahLst/>
            <a:cxnLst/>
            <a:rect l="l" t="t" r="r" b="b"/>
            <a:pathLst>
              <a:path w="284958" h="253296">
                <a:moveTo>
                  <a:pt x="253494" y="118733"/>
                </a:moveTo>
                <a:lnTo>
                  <a:pt x="166424" y="118733"/>
                </a:lnTo>
                <a:cubicBezTo>
                  <a:pt x="157667" y="118733"/>
                  <a:pt x="150593" y="111658"/>
                  <a:pt x="150593" y="102902"/>
                </a:cubicBezTo>
                <a:lnTo>
                  <a:pt x="150593" y="15831"/>
                </a:lnTo>
                <a:cubicBezTo>
                  <a:pt x="150593" y="7074"/>
                  <a:pt x="157717" y="-99"/>
                  <a:pt x="166374" y="1039"/>
                </a:cubicBezTo>
                <a:cubicBezTo>
                  <a:pt x="219309" y="8064"/>
                  <a:pt x="261261" y="50016"/>
                  <a:pt x="268286" y="102951"/>
                </a:cubicBezTo>
                <a:cubicBezTo>
                  <a:pt x="269424" y="111609"/>
                  <a:pt x="262251" y="118733"/>
                  <a:pt x="253494" y="118733"/>
                </a:cubicBezTo>
                <a:close/>
                <a:moveTo>
                  <a:pt x="110125" y="18404"/>
                </a:moveTo>
                <a:cubicBezTo>
                  <a:pt x="119079" y="16524"/>
                  <a:pt x="126846" y="23845"/>
                  <a:pt x="126846" y="32998"/>
                </a:cubicBezTo>
                <a:lnTo>
                  <a:pt x="126846" y="130606"/>
                </a:lnTo>
                <a:cubicBezTo>
                  <a:pt x="126846" y="133376"/>
                  <a:pt x="127836" y="136048"/>
                  <a:pt x="129567" y="138175"/>
                </a:cubicBezTo>
                <a:lnTo>
                  <a:pt x="194919" y="217033"/>
                </a:lnTo>
                <a:cubicBezTo>
                  <a:pt x="200708" y="224009"/>
                  <a:pt x="199471" y="234547"/>
                  <a:pt x="191506" y="238851"/>
                </a:cubicBezTo>
                <a:cubicBezTo>
                  <a:pt x="174636" y="248052"/>
                  <a:pt x="155292" y="253296"/>
                  <a:pt x="134762" y="253296"/>
                </a:cubicBezTo>
                <a:cubicBezTo>
                  <a:pt x="69211" y="253296"/>
                  <a:pt x="16029" y="200114"/>
                  <a:pt x="16029" y="134564"/>
                </a:cubicBezTo>
                <a:cubicBezTo>
                  <a:pt x="16029" y="77424"/>
                  <a:pt x="56349" y="29733"/>
                  <a:pt x="110125" y="18404"/>
                </a:cubicBezTo>
                <a:close/>
                <a:moveTo>
                  <a:pt x="236377" y="142479"/>
                </a:moveTo>
                <a:lnTo>
                  <a:pt x="268039" y="142479"/>
                </a:lnTo>
                <a:cubicBezTo>
                  <a:pt x="277191" y="142479"/>
                  <a:pt x="284513" y="150246"/>
                  <a:pt x="282633" y="159201"/>
                </a:cubicBezTo>
                <a:cubicBezTo>
                  <a:pt x="277587" y="183145"/>
                  <a:pt x="265318" y="204418"/>
                  <a:pt x="248201" y="220645"/>
                </a:cubicBezTo>
                <a:cubicBezTo>
                  <a:pt x="242116" y="226433"/>
                  <a:pt x="232568" y="225196"/>
                  <a:pt x="227225" y="218716"/>
                </a:cubicBezTo>
                <a:lnTo>
                  <a:pt x="185470" y="168403"/>
                </a:lnTo>
                <a:cubicBezTo>
                  <a:pt x="176912" y="158063"/>
                  <a:pt x="184283" y="142479"/>
                  <a:pt x="197640" y="142479"/>
                </a:cubicBezTo>
                <a:lnTo>
                  <a:pt x="236328" y="142479"/>
                </a:lnTo>
                <a:close/>
              </a:path>
            </a:pathLst>
          </a:custGeom>
          <a:solidFill>
            <a:srgbClr val="8B0000"/>
          </a:solidFill>
          <a:ln/>
        </p:spPr>
      </p:sp>
      <p:sp>
        <p:nvSpPr>
          <p:cNvPr id="49" name="Text 47"/>
          <p:cNvSpPr/>
          <p:nvPr/>
        </p:nvSpPr>
        <p:spPr>
          <a:xfrm>
            <a:off x="958305" y="6087219"/>
            <a:ext cx="10190958" cy="23641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Visualization Strategy</a:t>
            </a:r>
          </a:p>
        </p:txBody>
      </p:sp>
      <p:sp>
        <p:nvSpPr>
          <p:cNvPr id="50" name="Text 48"/>
          <p:cNvSpPr/>
          <p:nvPr/>
        </p:nvSpPr>
        <p:spPr>
          <a:xfrm>
            <a:off x="945640" y="6421223"/>
            <a:ext cx="10857972" cy="320102"/>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ea typeface="Sorts Mill Goudy" pitchFamily="34" charset="-122"/>
                <a:cs typeface="Sorts Mill Goudy" pitchFamily="34" charset="-120"/>
              </a:rPr>
              <a:t>Created comprehensive pivot charts and dashboards to visualize restaurant distribution, rating patterns, pricing trends, and market opportunities for stakeholder presentations</a:t>
            </a:r>
            <a:r>
              <a:rPr lang="en-US" sz="1064" dirty="0">
                <a:solidFill>
                  <a:srgbClr val="1F2937"/>
                </a:solidFill>
                <a:latin typeface="Sorts Mill Goudy" pitchFamily="34" charset="0"/>
                <a:ea typeface="Sorts Mill Goudy" pitchFamily="34" charset="-122"/>
                <a:cs typeface="Sorts Mill Goudy" pitchFamily="34" charset="-120"/>
              </a:rPr>
              <a:t>.</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20960" y="43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3" name="Text 1"/>
          <p:cNvSpPr/>
          <p:nvPr/>
        </p:nvSpPr>
        <p:spPr>
          <a:xfrm>
            <a:off x="630497" y="438150"/>
            <a:ext cx="423863" cy="4191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05</a:t>
            </a:r>
            <a:endParaRPr lang="en-US" sz="1600" dirty="0"/>
          </a:p>
        </p:txBody>
      </p:sp>
      <p:sp>
        <p:nvSpPr>
          <p:cNvPr id="5" name="TextBox 4">
            <a:extLst>
              <a:ext uri="{FF2B5EF4-FFF2-40B4-BE49-F238E27FC236}">
                <a16:creationId xmlns:a16="http://schemas.microsoft.com/office/drawing/2014/main" id="{44A3E565-FB55-1229-D6F0-9C9DCC7DB106}"/>
              </a:ext>
            </a:extLst>
          </p:cNvPr>
          <p:cNvSpPr txBox="1"/>
          <p:nvPr/>
        </p:nvSpPr>
        <p:spPr>
          <a:xfrm>
            <a:off x="1163897" y="474994"/>
            <a:ext cx="6393801" cy="563231"/>
          </a:xfrm>
          <a:prstGeom prst="rect">
            <a:avLst/>
          </a:prstGeom>
          <a:noFill/>
        </p:spPr>
        <p:txBody>
          <a:bodyPr wrap="square">
            <a:spAutoFit/>
          </a:bodyP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Global Restaurant Distribution</a:t>
            </a:r>
            <a:endParaRPr lang="en-US" sz="3600" dirty="0"/>
          </a:p>
        </p:txBody>
      </p:sp>
      <p:sp>
        <p:nvSpPr>
          <p:cNvPr id="6" name="Shape 4"/>
          <p:cNvSpPr/>
          <p:nvPr/>
        </p:nvSpPr>
        <p:spPr>
          <a:xfrm>
            <a:off x="572181" y="11049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10" name="Text 8"/>
          <p:cNvSpPr/>
          <p:nvPr/>
        </p:nvSpPr>
        <p:spPr>
          <a:xfrm>
            <a:off x="895350" y="1524000"/>
            <a:ext cx="50482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Market Concentration Analysis</a:t>
            </a:r>
            <a:endParaRPr lang="en-US" sz="1600" dirty="0"/>
          </a:p>
        </p:txBody>
      </p:sp>
      <p:sp>
        <p:nvSpPr>
          <p:cNvPr id="9" name="Shape 7"/>
          <p:cNvSpPr/>
          <p:nvPr/>
        </p:nvSpPr>
        <p:spPr>
          <a:xfrm>
            <a:off x="638175" y="1561984"/>
            <a:ext cx="228600" cy="228600"/>
          </a:xfrm>
          <a:custGeom>
            <a:avLst/>
            <a:gdLst/>
            <a:ahLst/>
            <a:cxnLst/>
            <a:rect l="l" t="t" r="r" b="b"/>
            <a:pathLst>
              <a:path w="228600" h="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a:srgbClr val="8B0000"/>
          </a:solidFill>
          <a:ln/>
        </p:spPr>
      </p:sp>
      <p:sp>
        <p:nvSpPr>
          <p:cNvPr id="14" name="Text 12"/>
          <p:cNvSpPr/>
          <p:nvPr/>
        </p:nvSpPr>
        <p:spPr>
          <a:xfrm>
            <a:off x="752475" y="2114434"/>
            <a:ext cx="5238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India</a:t>
            </a:r>
            <a:endParaRPr lang="en-US" sz="1600" dirty="0"/>
          </a:p>
        </p:txBody>
      </p:sp>
      <p:sp>
        <p:nvSpPr>
          <p:cNvPr id="21" name="Text 19"/>
          <p:cNvSpPr/>
          <p:nvPr/>
        </p:nvSpPr>
        <p:spPr>
          <a:xfrm>
            <a:off x="752475" y="2814599"/>
            <a:ext cx="121920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United States</a:t>
            </a:r>
            <a:endParaRPr lang="en-US" sz="1600" dirty="0"/>
          </a:p>
        </p:txBody>
      </p:sp>
      <p:sp>
        <p:nvSpPr>
          <p:cNvPr id="18" name="Text 16"/>
          <p:cNvSpPr/>
          <p:nvPr/>
        </p:nvSpPr>
        <p:spPr>
          <a:xfrm>
            <a:off x="752475" y="2420284"/>
            <a:ext cx="4953000" cy="2286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Dominates with total 8654 restaurants</a:t>
            </a:r>
            <a:r>
              <a:rPr lang="en-US" sz="1300" dirty="0">
                <a:solidFill>
                  <a:srgbClr val="6B7280"/>
                </a:solidFill>
                <a:latin typeface="Sorts Mill Goudy" pitchFamily="34" charset="0"/>
              </a:rPr>
              <a:t>.</a:t>
            </a:r>
          </a:p>
        </p:txBody>
      </p:sp>
      <p:sp>
        <p:nvSpPr>
          <p:cNvPr id="25" name="Text 23"/>
          <p:cNvSpPr/>
          <p:nvPr/>
        </p:nvSpPr>
        <p:spPr>
          <a:xfrm>
            <a:off x="752475" y="3123968"/>
            <a:ext cx="4953000" cy="2286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Secondary market with 434 restaurants.</a:t>
            </a:r>
          </a:p>
        </p:txBody>
      </p:sp>
      <p:sp>
        <p:nvSpPr>
          <p:cNvPr id="8" name="TextBox 7">
            <a:extLst>
              <a:ext uri="{FF2B5EF4-FFF2-40B4-BE49-F238E27FC236}">
                <a16:creationId xmlns:a16="http://schemas.microsoft.com/office/drawing/2014/main" id="{1FB5C1E2-9DAC-8846-FDEF-E8253FC86E12}"/>
              </a:ext>
            </a:extLst>
          </p:cNvPr>
          <p:cNvSpPr txBox="1"/>
          <p:nvPr/>
        </p:nvSpPr>
        <p:spPr>
          <a:xfrm>
            <a:off x="675206" y="3505433"/>
            <a:ext cx="5983254" cy="369332"/>
          </a:xfrm>
          <a:prstGeom prst="rect">
            <a:avLst/>
          </a:prstGeom>
          <a:noFill/>
        </p:spPr>
        <p:txBody>
          <a:bodyPr wrap="square">
            <a:spAutoFit/>
          </a:bodyPr>
          <a:lstStyle/>
          <a:p>
            <a:pPr>
              <a:lnSpc>
                <a:spcPct val="120000"/>
              </a:lnSpc>
            </a:pPr>
            <a:r>
              <a:rPr lang="en-IN" sz="1500" b="1" dirty="0">
                <a:solidFill>
                  <a:srgbClr val="1F2937"/>
                </a:solidFill>
                <a:latin typeface="Sorts Mill Goudy" pitchFamily="34" charset="0"/>
              </a:rPr>
              <a:t>Canada</a:t>
            </a:r>
          </a:p>
        </p:txBody>
      </p:sp>
      <p:sp>
        <p:nvSpPr>
          <p:cNvPr id="12" name="TextBox 11">
            <a:extLst>
              <a:ext uri="{FF2B5EF4-FFF2-40B4-BE49-F238E27FC236}">
                <a16:creationId xmlns:a16="http://schemas.microsoft.com/office/drawing/2014/main" id="{1A683538-D013-00D4-D313-AE0D6370F773}"/>
              </a:ext>
            </a:extLst>
          </p:cNvPr>
          <p:cNvSpPr txBox="1"/>
          <p:nvPr/>
        </p:nvSpPr>
        <p:spPr>
          <a:xfrm>
            <a:off x="675206" y="3874765"/>
            <a:ext cx="6097554" cy="292388"/>
          </a:xfrm>
          <a:prstGeom prst="rect">
            <a:avLst/>
          </a:prstGeom>
          <a:noFill/>
        </p:spPr>
        <p:txBody>
          <a:bodyPr wrap="square">
            <a:spAutoFit/>
          </a:bodyPr>
          <a:lstStyle/>
          <a:p>
            <a:r>
              <a:rPr lang="en-IN" sz="1300" dirty="0">
                <a:solidFill>
                  <a:srgbClr val="1F2937"/>
                </a:solidFill>
                <a:latin typeface="Sorts Mill Goudy" pitchFamily="34" charset="0"/>
              </a:rPr>
              <a:t>Has lowest number of restaurants opened - 4.</a:t>
            </a:r>
            <a:endParaRPr lang="en-US" sz="1300" dirty="0">
              <a:solidFill>
                <a:srgbClr val="1F2937"/>
              </a:solidFill>
              <a:latin typeface="Sorts Mill Goudy" pitchFamily="34" charset="0"/>
            </a:endParaRPr>
          </a:p>
        </p:txBody>
      </p:sp>
      <p:sp>
        <p:nvSpPr>
          <p:cNvPr id="35" name="Text 33"/>
          <p:cNvSpPr/>
          <p:nvPr/>
        </p:nvSpPr>
        <p:spPr>
          <a:xfrm>
            <a:off x="752475" y="5274713"/>
            <a:ext cx="505777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Low-Competition Markets</a:t>
            </a:r>
            <a:endParaRPr lang="en-US" sz="1600" dirty="0"/>
          </a:p>
        </p:txBody>
      </p:sp>
      <p:sp>
        <p:nvSpPr>
          <p:cNvPr id="13" name="Shape 4">
            <a:extLst>
              <a:ext uri="{FF2B5EF4-FFF2-40B4-BE49-F238E27FC236}">
                <a16:creationId xmlns:a16="http://schemas.microsoft.com/office/drawing/2014/main" id="{C2FBC549-6BD9-0764-11CD-86B147FD19B4}"/>
              </a:ext>
            </a:extLst>
          </p:cNvPr>
          <p:cNvSpPr/>
          <p:nvPr/>
        </p:nvSpPr>
        <p:spPr>
          <a:xfrm>
            <a:off x="752475" y="501154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52" name="Text 50"/>
          <p:cNvSpPr/>
          <p:nvPr/>
        </p:nvSpPr>
        <p:spPr>
          <a:xfrm>
            <a:off x="752475" y="5759883"/>
            <a:ext cx="5334000" cy="742950"/>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Markets with low restaurant density (≤30) offer first-mover advantages, enabling rapid brand establishment and market share capture before competition intensifies.</a:t>
            </a:r>
          </a:p>
        </p:txBody>
      </p:sp>
      <p:sp>
        <p:nvSpPr>
          <p:cNvPr id="28" name="Text 26"/>
          <p:cNvSpPr/>
          <p:nvPr/>
        </p:nvSpPr>
        <p:spPr>
          <a:xfrm>
            <a:off x="787660" y="4322649"/>
            <a:ext cx="14668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Other Countries</a:t>
            </a:r>
            <a:endParaRPr lang="en-US" sz="1600" dirty="0"/>
          </a:p>
        </p:txBody>
      </p:sp>
      <p:sp>
        <p:nvSpPr>
          <p:cNvPr id="32" name="Text 30"/>
          <p:cNvSpPr/>
          <p:nvPr/>
        </p:nvSpPr>
        <p:spPr>
          <a:xfrm>
            <a:off x="800100" y="4655419"/>
            <a:ext cx="4953000" cy="2286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Rest of 459 restaurants are fragmented across 12 countries.</a:t>
            </a:r>
          </a:p>
        </p:txBody>
      </p:sp>
      <p:pic>
        <p:nvPicPr>
          <p:cNvPr id="16" name="Picture 15">
            <a:extLst>
              <a:ext uri="{FF2B5EF4-FFF2-40B4-BE49-F238E27FC236}">
                <a16:creationId xmlns:a16="http://schemas.microsoft.com/office/drawing/2014/main" id="{77B7B9BE-516C-46C2-DC3C-F6272043B6B3}"/>
              </a:ext>
            </a:extLst>
          </p:cNvPr>
          <p:cNvPicPr>
            <a:picLocks noChangeAspect="1"/>
          </p:cNvPicPr>
          <p:nvPr/>
        </p:nvPicPr>
        <p:blipFill>
          <a:blip r:embed="rId2"/>
          <a:stretch>
            <a:fillRect/>
          </a:stretch>
        </p:blipFill>
        <p:spPr>
          <a:xfrm>
            <a:off x="5019868" y="1474834"/>
            <a:ext cx="6932645" cy="3866699"/>
          </a:xfrm>
          <a:prstGeom prst="rect">
            <a:avLst/>
          </a:prstGeom>
        </p:spPr>
      </p:pic>
      <p:sp>
        <p:nvSpPr>
          <p:cNvPr id="17" name="Shape 6">
            <a:extLst>
              <a:ext uri="{FF2B5EF4-FFF2-40B4-BE49-F238E27FC236}">
                <a16:creationId xmlns:a16="http://schemas.microsoft.com/office/drawing/2014/main" id="{7DE7E51E-DF85-F138-DA79-744DB9A395B1}"/>
              </a:ext>
            </a:extLst>
          </p:cNvPr>
          <p:cNvSpPr/>
          <p:nvPr/>
        </p:nvSpPr>
        <p:spPr>
          <a:xfrm>
            <a:off x="400050" y="1333500"/>
            <a:ext cx="38100" cy="5143500"/>
          </a:xfrm>
          <a:custGeom>
            <a:avLst/>
            <a:gdLst/>
            <a:ahLst/>
            <a:cxnLst/>
            <a:rect l="l" t="t" r="r" b="b"/>
            <a:pathLst>
              <a:path w="38100" h="5143500">
                <a:moveTo>
                  <a:pt x="0" y="0"/>
                </a:moveTo>
                <a:lnTo>
                  <a:pt x="38100" y="0"/>
                </a:lnTo>
                <a:lnTo>
                  <a:pt x="38100" y="5143500"/>
                </a:lnTo>
                <a:lnTo>
                  <a:pt x="0" y="5143500"/>
                </a:lnTo>
                <a:lnTo>
                  <a:pt x="0" y="0"/>
                </a:lnTo>
                <a:close/>
              </a:path>
            </a:pathLst>
          </a:custGeom>
          <a:solidFill>
            <a:srgbClr val="8B0000"/>
          </a:solidFill>
          <a:ln/>
        </p:spPr>
      </p:sp>
    </p:spTree>
    <p:extLst>
      <p:ext uri="{BB962C8B-B14F-4D97-AF65-F5344CB8AC3E}">
        <p14:creationId xmlns:p14="http://schemas.microsoft.com/office/powerpoint/2010/main" val="1847792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43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3" name="Text 1"/>
          <p:cNvSpPr/>
          <p:nvPr/>
        </p:nvSpPr>
        <p:spPr>
          <a:xfrm>
            <a:off x="530423" y="552450"/>
            <a:ext cx="352425"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06</a:t>
            </a:r>
            <a:endParaRPr lang="en-US" sz="1600" dirty="0"/>
          </a:p>
        </p:txBody>
      </p:sp>
      <p:sp>
        <p:nvSpPr>
          <p:cNvPr id="5" name="Text 3"/>
          <p:cNvSpPr/>
          <p:nvPr/>
        </p:nvSpPr>
        <p:spPr>
          <a:xfrm>
            <a:off x="1066800" y="571500"/>
            <a:ext cx="6619875"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Year-Wise Restaurant Openings</a:t>
            </a:r>
            <a:endParaRPr lang="en-US" sz="1600" dirty="0"/>
          </a:p>
        </p:txBody>
      </p:sp>
      <p:sp>
        <p:nvSpPr>
          <p:cNvPr id="6" name="Shape 4"/>
          <p:cNvSpPr/>
          <p:nvPr/>
        </p:nvSpPr>
        <p:spPr>
          <a:xfrm>
            <a:off x="381000" y="11430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8" name="Shape 6"/>
          <p:cNvSpPr/>
          <p:nvPr/>
        </p:nvSpPr>
        <p:spPr>
          <a:xfrm>
            <a:off x="324886" y="1442167"/>
            <a:ext cx="38100" cy="5143500"/>
          </a:xfrm>
          <a:custGeom>
            <a:avLst/>
            <a:gdLst/>
            <a:ahLst/>
            <a:cxnLst/>
            <a:rect l="l" t="t" r="r" b="b"/>
            <a:pathLst>
              <a:path w="38100" h="5143500">
                <a:moveTo>
                  <a:pt x="0" y="0"/>
                </a:moveTo>
                <a:lnTo>
                  <a:pt x="38100" y="0"/>
                </a:lnTo>
                <a:lnTo>
                  <a:pt x="38100" y="5143500"/>
                </a:lnTo>
                <a:lnTo>
                  <a:pt x="0" y="5143500"/>
                </a:lnTo>
                <a:lnTo>
                  <a:pt x="0" y="0"/>
                </a:lnTo>
                <a:close/>
              </a:path>
            </a:pathLst>
          </a:custGeom>
          <a:solidFill>
            <a:srgbClr val="8B0000"/>
          </a:solidFill>
          <a:ln/>
        </p:spPr>
      </p:sp>
      <p:sp>
        <p:nvSpPr>
          <p:cNvPr id="10" name="Text 8"/>
          <p:cNvSpPr/>
          <p:nvPr/>
        </p:nvSpPr>
        <p:spPr>
          <a:xfrm>
            <a:off x="8294525" y="1501025"/>
            <a:ext cx="389747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Market Growth Trends (2010-2018)</a:t>
            </a:r>
            <a:endParaRPr lang="en-US" sz="1600" dirty="0"/>
          </a:p>
        </p:txBody>
      </p:sp>
      <p:sp>
        <p:nvSpPr>
          <p:cNvPr id="9" name="Shape 7"/>
          <p:cNvSpPr/>
          <p:nvPr/>
        </p:nvSpPr>
        <p:spPr>
          <a:xfrm>
            <a:off x="7935800" y="1539125"/>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8B0000"/>
          </a:solidFill>
          <a:ln/>
        </p:spPr>
      </p:sp>
      <p:sp>
        <p:nvSpPr>
          <p:cNvPr id="13" name="Shape 10"/>
          <p:cNvSpPr/>
          <p:nvPr/>
        </p:nvSpPr>
        <p:spPr>
          <a:xfrm>
            <a:off x="606622" y="1577225"/>
            <a:ext cx="200025" cy="228600"/>
          </a:xfrm>
          <a:custGeom>
            <a:avLst/>
            <a:gdLst/>
            <a:ahLst/>
            <a:cxnLst/>
            <a:rect l="l" t="t" r="r" b="b"/>
            <a:pathLst>
              <a:path w="200025" h="228600">
                <a:moveTo>
                  <a:pt x="57150" y="0"/>
                </a:moveTo>
                <a:cubicBezTo>
                  <a:pt x="65053" y="0"/>
                  <a:pt x="71438" y="6385"/>
                  <a:pt x="71438" y="14288"/>
                </a:cubicBezTo>
                <a:lnTo>
                  <a:pt x="71438" y="28575"/>
                </a:lnTo>
                <a:lnTo>
                  <a:pt x="128588" y="28575"/>
                </a:lnTo>
                <a:lnTo>
                  <a:pt x="128588" y="14288"/>
                </a:lnTo>
                <a:cubicBezTo>
                  <a:pt x="128588" y="6385"/>
                  <a:pt x="134972" y="0"/>
                  <a:pt x="142875" y="0"/>
                </a:cubicBezTo>
                <a:cubicBezTo>
                  <a:pt x="150778" y="0"/>
                  <a:pt x="157163" y="6385"/>
                  <a:pt x="157163" y="14288"/>
                </a:cubicBezTo>
                <a:lnTo>
                  <a:pt x="157163" y="28575"/>
                </a:lnTo>
                <a:lnTo>
                  <a:pt x="171450" y="28575"/>
                </a:lnTo>
                <a:cubicBezTo>
                  <a:pt x="187211" y="28575"/>
                  <a:pt x="200025" y="41389"/>
                  <a:pt x="200025" y="57150"/>
                </a:cubicBezTo>
                <a:lnTo>
                  <a:pt x="200025" y="185738"/>
                </a:lnTo>
                <a:cubicBezTo>
                  <a:pt x="200025" y="201498"/>
                  <a:pt x="187211" y="214313"/>
                  <a:pt x="171450" y="214313"/>
                </a:cubicBezTo>
                <a:lnTo>
                  <a:pt x="28575" y="214313"/>
                </a:lnTo>
                <a:cubicBezTo>
                  <a:pt x="12814" y="214313"/>
                  <a:pt x="0" y="201498"/>
                  <a:pt x="0" y="185738"/>
                </a:cubicBezTo>
                <a:lnTo>
                  <a:pt x="0" y="57150"/>
                </a:lnTo>
                <a:cubicBezTo>
                  <a:pt x="0" y="41389"/>
                  <a:pt x="12814" y="28575"/>
                  <a:pt x="28575" y="28575"/>
                </a:cubicBezTo>
                <a:lnTo>
                  <a:pt x="42863" y="28575"/>
                </a:lnTo>
                <a:lnTo>
                  <a:pt x="42863" y="14288"/>
                </a:lnTo>
                <a:cubicBezTo>
                  <a:pt x="42863" y="6385"/>
                  <a:pt x="49247" y="0"/>
                  <a:pt x="57150" y="0"/>
                </a:cubicBezTo>
                <a:close/>
                <a:moveTo>
                  <a:pt x="28575" y="107156"/>
                </a:moveTo>
                <a:lnTo>
                  <a:pt x="28575" y="121444"/>
                </a:lnTo>
                <a:cubicBezTo>
                  <a:pt x="28575" y="125373"/>
                  <a:pt x="31790" y="128588"/>
                  <a:pt x="35719" y="128588"/>
                </a:cubicBezTo>
                <a:lnTo>
                  <a:pt x="50006" y="128588"/>
                </a:lnTo>
                <a:cubicBezTo>
                  <a:pt x="53935" y="128588"/>
                  <a:pt x="57150" y="125373"/>
                  <a:pt x="57150" y="121444"/>
                </a:cubicBezTo>
                <a:lnTo>
                  <a:pt x="57150" y="107156"/>
                </a:lnTo>
                <a:cubicBezTo>
                  <a:pt x="57150" y="103227"/>
                  <a:pt x="53935" y="100013"/>
                  <a:pt x="50006" y="100013"/>
                </a:cubicBezTo>
                <a:lnTo>
                  <a:pt x="35719" y="100013"/>
                </a:lnTo>
                <a:cubicBezTo>
                  <a:pt x="31790" y="100013"/>
                  <a:pt x="28575" y="103227"/>
                  <a:pt x="28575" y="107156"/>
                </a:cubicBezTo>
                <a:close/>
                <a:moveTo>
                  <a:pt x="85725" y="107156"/>
                </a:moveTo>
                <a:lnTo>
                  <a:pt x="85725" y="121444"/>
                </a:lnTo>
                <a:cubicBezTo>
                  <a:pt x="85725" y="125373"/>
                  <a:pt x="88940" y="128588"/>
                  <a:pt x="92869" y="128588"/>
                </a:cubicBezTo>
                <a:lnTo>
                  <a:pt x="107156" y="128588"/>
                </a:lnTo>
                <a:cubicBezTo>
                  <a:pt x="111085" y="128588"/>
                  <a:pt x="114300" y="125373"/>
                  <a:pt x="114300" y="121444"/>
                </a:cubicBezTo>
                <a:lnTo>
                  <a:pt x="114300" y="107156"/>
                </a:lnTo>
                <a:cubicBezTo>
                  <a:pt x="114300" y="103227"/>
                  <a:pt x="111085" y="100013"/>
                  <a:pt x="107156" y="100013"/>
                </a:cubicBezTo>
                <a:lnTo>
                  <a:pt x="92869" y="100013"/>
                </a:lnTo>
                <a:cubicBezTo>
                  <a:pt x="88940" y="100013"/>
                  <a:pt x="85725" y="103227"/>
                  <a:pt x="85725" y="107156"/>
                </a:cubicBezTo>
                <a:close/>
                <a:moveTo>
                  <a:pt x="150019" y="100013"/>
                </a:moveTo>
                <a:cubicBezTo>
                  <a:pt x="146090" y="100013"/>
                  <a:pt x="142875" y="103227"/>
                  <a:pt x="142875" y="107156"/>
                </a:cubicBezTo>
                <a:lnTo>
                  <a:pt x="142875" y="121444"/>
                </a:lnTo>
                <a:cubicBezTo>
                  <a:pt x="142875" y="125373"/>
                  <a:pt x="146090" y="128588"/>
                  <a:pt x="150019" y="128588"/>
                </a:cubicBezTo>
                <a:lnTo>
                  <a:pt x="164306" y="128588"/>
                </a:lnTo>
                <a:cubicBezTo>
                  <a:pt x="168235" y="128588"/>
                  <a:pt x="171450" y="125373"/>
                  <a:pt x="171450" y="121444"/>
                </a:cubicBezTo>
                <a:lnTo>
                  <a:pt x="171450" y="107156"/>
                </a:lnTo>
                <a:cubicBezTo>
                  <a:pt x="171450" y="103227"/>
                  <a:pt x="168235" y="100013"/>
                  <a:pt x="164306" y="100013"/>
                </a:cubicBezTo>
                <a:lnTo>
                  <a:pt x="150019" y="100013"/>
                </a:lnTo>
                <a:close/>
                <a:moveTo>
                  <a:pt x="28575" y="164306"/>
                </a:moveTo>
                <a:lnTo>
                  <a:pt x="28575" y="178594"/>
                </a:lnTo>
                <a:cubicBezTo>
                  <a:pt x="28575" y="182523"/>
                  <a:pt x="31790" y="185738"/>
                  <a:pt x="35719" y="185738"/>
                </a:cubicBezTo>
                <a:lnTo>
                  <a:pt x="50006" y="185738"/>
                </a:lnTo>
                <a:cubicBezTo>
                  <a:pt x="53935" y="185738"/>
                  <a:pt x="57150" y="182523"/>
                  <a:pt x="57150" y="178594"/>
                </a:cubicBezTo>
                <a:lnTo>
                  <a:pt x="57150" y="164306"/>
                </a:lnTo>
                <a:cubicBezTo>
                  <a:pt x="57150" y="160377"/>
                  <a:pt x="53935" y="157163"/>
                  <a:pt x="50006" y="157163"/>
                </a:cubicBezTo>
                <a:lnTo>
                  <a:pt x="35719" y="157163"/>
                </a:lnTo>
                <a:cubicBezTo>
                  <a:pt x="31790" y="157163"/>
                  <a:pt x="28575" y="160377"/>
                  <a:pt x="28575" y="164306"/>
                </a:cubicBezTo>
                <a:close/>
                <a:moveTo>
                  <a:pt x="92869" y="157163"/>
                </a:moveTo>
                <a:cubicBezTo>
                  <a:pt x="88940" y="157163"/>
                  <a:pt x="85725" y="160377"/>
                  <a:pt x="85725" y="164306"/>
                </a:cubicBezTo>
                <a:lnTo>
                  <a:pt x="85725" y="178594"/>
                </a:lnTo>
                <a:cubicBezTo>
                  <a:pt x="85725" y="182523"/>
                  <a:pt x="88940" y="185738"/>
                  <a:pt x="92869" y="185738"/>
                </a:cubicBezTo>
                <a:lnTo>
                  <a:pt x="107156" y="185738"/>
                </a:lnTo>
                <a:cubicBezTo>
                  <a:pt x="111085" y="185738"/>
                  <a:pt x="114300" y="182523"/>
                  <a:pt x="114300" y="178594"/>
                </a:cubicBezTo>
                <a:lnTo>
                  <a:pt x="114300" y="164306"/>
                </a:lnTo>
                <a:cubicBezTo>
                  <a:pt x="114300" y="160377"/>
                  <a:pt x="111085" y="157163"/>
                  <a:pt x="107156" y="157163"/>
                </a:cubicBezTo>
                <a:lnTo>
                  <a:pt x="92869" y="157163"/>
                </a:lnTo>
                <a:close/>
                <a:moveTo>
                  <a:pt x="142875" y="164306"/>
                </a:moveTo>
                <a:lnTo>
                  <a:pt x="142875" y="178594"/>
                </a:lnTo>
                <a:cubicBezTo>
                  <a:pt x="142875" y="182523"/>
                  <a:pt x="146090" y="185738"/>
                  <a:pt x="150019" y="185738"/>
                </a:cubicBezTo>
                <a:lnTo>
                  <a:pt x="164306" y="185738"/>
                </a:lnTo>
                <a:cubicBezTo>
                  <a:pt x="168235" y="185738"/>
                  <a:pt x="171450" y="182523"/>
                  <a:pt x="171450" y="178594"/>
                </a:cubicBezTo>
                <a:lnTo>
                  <a:pt x="171450" y="164306"/>
                </a:lnTo>
                <a:cubicBezTo>
                  <a:pt x="171450" y="160377"/>
                  <a:pt x="168235" y="157163"/>
                  <a:pt x="164306" y="157163"/>
                </a:cubicBezTo>
                <a:lnTo>
                  <a:pt x="150019" y="157163"/>
                </a:lnTo>
                <a:cubicBezTo>
                  <a:pt x="146090" y="157163"/>
                  <a:pt x="142875" y="160377"/>
                  <a:pt x="142875" y="164306"/>
                </a:cubicBezTo>
                <a:close/>
              </a:path>
            </a:pathLst>
          </a:custGeom>
          <a:solidFill>
            <a:srgbClr val="8B0000"/>
          </a:solidFill>
          <a:ln/>
        </p:spPr>
      </p:sp>
      <p:sp>
        <p:nvSpPr>
          <p:cNvPr id="14" name="Text 11"/>
          <p:cNvSpPr/>
          <p:nvPr/>
        </p:nvSpPr>
        <p:spPr>
          <a:xfrm>
            <a:off x="936772" y="1539241"/>
            <a:ext cx="39243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Key Observations</a:t>
            </a:r>
            <a:endParaRPr lang="en-US" sz="1600" dirty="0"/>
          </a:p>
        </p:txBody>
      </p:sp>
      <p:sp>
        <p:nvSpPr>
          <p:cNvPr id="27" name="Shape 24"/>
          <p:cNvSpPr/>
          <p:nvPr/>
        </p:nvSpPr>
        <p:spPr>
          <a:xfrm>
            <a:off x="499207" y="5183506"/>
            <a:ext cx="4505325" cy="1333500"/>
          </a:xfrm>
          <a:custGeom>
            <a:avLst/>
            <a:gdLst/>
            <a:ahLst/>
            <a:cxnLst/>
            <a:rect l="l" t="t" r="r" b="b"/>
            <a:pathLst>
              <a:path w="4505325" h="1333500">
                <a:moveTo>
                  <a:pt x="0" y="0"/>
                </a:moveTo>
                <a:lnTo>
                  <a:pt x="4505325" y="0"/>
                </a:lnTo>
                <a:lnTo>
                  <a:pt x="4505325" y="1333500"/>
                </a:lnTo>
                <a:lnTo>
                  <a:pt x="0" y="1333500"/>
                </a:lnTo>
                <a:lnTo>
                  <a:pt x="0" y="0"/>
                </a:lnTo>
                <a:close/>
              </a:path>
            </a:pathLst>
          </a:custGeom>
          <a:solidFill>
            <a:srgbClr val="8B0000"/>
          </a:solidFill>
          <a:ln/>
        </p:spPr>
      </p:sp>
      <p:sp>
        <p:nvSpPr>
          <p:cNvPr id="32" name="Text 29"/>
          <p:cNvSpPr/>
          <p:nvPr/>
        </p:nvSpPr>
        <p:spPr>
          <a:xfrm>
            <a:off x="2032731" y="5624221"/>
            <a:ext cx="1438275" cy="342900"/>
          </a:xfrm>
          <a:prstGeom prst="rect">
            <a:avLst/>
          </a:prstGeom>
          <a:noFill/>
          <a:ln/>
        </p:spPr>
        <p:txBody>
          <a:bodyPr wrap="square" lIns="0" tIns="0" rIns="0" bIns="0" rtlCol="0" anchor="ctr"/>
          <a:lstStyle/>
          <a:p>
            <a:pPr algn="ctr">
              <a:lnSpc>
                <a:spcPct val="100000"/>
              </a:lnSpc>
            </a:pPr>
            <a:r>
              <a:rPr lang="en-US" sz="2250" b="1" dirty="0">
                <a:solidFill>
                  <a:srgbClr val="F9FAFB"/>
                </a:solidFill>
                <a:latin typeface="Sorts Mill Goudy" pitchFamily="34" charset="0"/>
                <a:ea typeface="Sorts Mill Goudy" pitchFamily="34" charset="-122"/>
                <a:cs typeface="Sorts Mill Goudy" pitchFamily="34" charset="-120"/>
              </a:rPr>
              <a:t>2014-2017</a:t>
            </a:r>
            <a:endParaRPr lang="en-US" sz="1600" dirty="0"/>
          </a:p>
        </p:txBody>
      </p:sp>
      <p:sp>
        <p:nvSpPr>
          <p:cNvPr id="31" name="Text 28"/>
          <p:cNvSpPr/>
          <p:nvPr/>
        </p:nvSpPr>
        <p:spPr>
          <a:xfrm>
            <a:off x="438150" y="6118201"/>
            <a:ext cx="1362075" cy="190500"/>
          </a:xfrm>
          <a:prstGeom prst="rect">
            <a:avLst/>
          </a:prstGeom>
          <a:noFill/>
          <a:ln/>
        </p:spPr>
        <p:txBody>
          <a:bodyPr wrap="square" lIns="0" tIns="0" rIns="0" bIns="0" rtlCol="0" anchor="ctr"/>
          <a:lstStyle/>
          <a:p>
            <a:pPr algn="ctr">
              <a:lnSpc>
                <a:spcPct val="120000"/>
              </a:lnSpc>
            </a:pPr>
            <a:r>
              <a:rPr lang="en-US" sz="1050" dirty="0">
                <a:solidFill>
                  <a:srgbClr val="F9FAFB"/>
                </a:solidFill>
                <a:latin typeface="Sorts Mill Goudy" pitchFamily="34" charset="0"/>
                <a:ea typeface="Sorts Mill Goudy" pitchFamily="34" charset="-122"/>
                <a:cs typeface="Sorts Mill Goudy" pitchFamily="34" charset="-120"/>
              </a:rPr>
              <a:t>Steady Growth</a:t>
            </a:r>
            <a:endParaRPr lang="en-US" sz="1600" dirty="0"/>
          </a:p>
        </p:txBody>
      </p:sp>
      <p:sp>
        <p:nvSpPr>
          <p:cNvPr id="30" name="Text 27"/>
          <p:cNvSpPr/>
          <p:nvPr/>
        </p:nvSpPr>
        <p:spPr>
          <a:xfrm>
            <a:off x="452149" y="5624221"/>
            <a:ext cx="1438275" cy="342900"/>
          </a:xfrm>
          <a:prstGeom prst="rect">
            <a:avLst/>
          </a:prstGeom>
          <a:noFill/>
          <a:ln/>
        </p:spPr>
        <p:txBody>
          <a:bodyPr wrap="square" lIns="0" tIns="0" rIns="0" bIns="0" rtlCol="0" anchor="ctr"/>
          <a:lstStyle/>
          <a:p>
            <a:pPr algn="ctr">
              <a:lnSpc>
                <a:spcPct val="100000"/>
              </a:lnSpc>
            </a:pPr>
            <a:r>
              <a:rPr lang="en-US" sz="2250" b="1" dirty="0">
                <a:solidFill>
                  <a:srgbClr val="F9FAFB"/>
                </a:solidFill>
                <a:latin typeface="Sorts Mill Goudy" pitchFamily="34" charset="0"/>
                <a:ea typeface="Sorts Mill Goudy" pitchFamily="34" charset="-122"/>
                <a:cs typeface="Sorts Mill Goudy" pitchFamily="34" charset="-120"/>
              </a:rPr>
              <a:t>2010-2013</a:t>
            </a:r>
            <a:endParaRPr lang="en-US" sz="1600" dirty="0"/>
          </a:p>
        </p:txBody>
      </p:sp>
      <p:sp>
        <p:nvSpPr>
          <p:cNvPr id="33" name="Text 30"/>
          <p:cNvSpPr/>
          <p:nvPr/>
        </p:nvSpPr>
        <p:spPr>
          <a:xfrm>
            <a:off x="2001841" y="6118201"/>
            <a:ext cx="1362075" cy="190500"/>
          </a:xfrm>
          <a:prstGeom prst="rect">
            <a:avLst/>
          </a:prstGeom>
          <a:noFill/>
          <a:ln/>
        </p:spPr>
        <p:txBody>
          <a:bodyPr wrap="square" lIns="0" tIns="0" rIns="0" bIns="0" rtlCol="0" anchor="ctr"/>
          <a:lstStyle/>
          <a:p>
            <a:pPr algn="ctr">
              <a:lnSpc>
                <a:spcPct val="120000"/>
              </a:lnSpc>
            </a:pPr>
            <a:r>
              <a:rPr lang="en-US" sz="1050" dirty="0">
                <a:solidFill>
                  <a:srgbClr val="F9FAFB"/>
                </a:solidFill>
                <a:latin typeface="Sorts Mill Goudy" pitchFamily="34" charset="0"/>
                <a:ea typeface="Sorts Mill Goudy" pitchFamily="34" charset="-122"/>
                <a:cs typeface="Sorts Mill Goudy" pitchFamily="34" charset="-120"/>
              </a:rPr>
              <a:t>Rapid Expansion</a:t>
            </a:r>
            <a:endParaRPr lang="en-US" sz="1600" dirty="0"/>
          </a:p>
        </p:txBody>
      </p:sp>
      <p:sp>
        <p:nvSpPr>
          <p:cNvPr id="35" name="Text 32"/>
          <p:cNvSpPr/>
          <p:nvPr/>
        </p:nvSpPr>
        <p:spPr>
          <a:xfrm>
            <a:off x="3627312" y="6117464"/>
            <a:ext cx="1362075" cy="190500"/>
          </a:xfrm>
          <a:prstGeom prst="rect">
            <a:avLst/>
          </a:prstGeom>
          <a:noFill/>
          <a:ln/>
        </p:spPr>
        <p:txBody>
          <a:bodyPr wrap="square" lIns="0" tIns="0" rIns="0" bIns="0" rtlCol="0" anchor="ctr"/>
          <a:lstStyle/>
          <a:p>
            <a:pPr algn="ctr">
              <a:lnSpc>
                <a:spcPct val="120000"/>
              </a:lnSpc>
            </a:pPr>
            <a:r>
              <a:rPr lang="en-US" sz="1050" dirty="0">
                <a:solidFill>
                  <a:srgbClr val="F9FAFB"/>
                </a:solidFill>
                <a:latin typeface="Sorts Mill Goudy" pitchFamily="34" charset="0"/>
                <a:ea typeface="Sorts Mill Goudy" pitchFamily="34" charset="-122"/>
                <a:cs typeface="Sorts Mill Goudy" pitchFamily="34" charset="-120"/>
              </a:rPr>
              <a:t>Market Maturity</a:t>
            </a:r>
            <a:endParaRPr lang="en-US" sz="1600" dirty="0"/>
          </a:p>
        </p:txBody>
      </p:sp>
      <p:sp>
        <p:nvSpPr>
          <p:cNvPr id="29" name="Text 26"/>
          <p:cNvSpPr/>
          <p:nvPr/>
        </p:nvSpPr>
        <p:spPr>
          <a:xfrm>
            <a:off x="2100979" y="5196526"/>
            <a:ext cx="1370027" cy="342900"/>
          </a:xfrm>
          <a:prstGeom prst="rect">
            <a:avLst/>
          </a:prstGeom>
          <a:noFill/>
          <a:ln/>
        </p:spPr>
        <p:txBody>
          <a:bodyPr wrap="square" lIns="0" tIns="0" rIns="0" bIns="0" rtlCol="0" anchor="ctr"/>
          <a:lstStyle/>
          <a:p>
            <a:pPr>
              <a:lnSpc>
                <a:spcPct val="120000"/>
              </a:lnSpc>
            </a:pPr>
            <a:r>
              <a:rPr lang="en-US" sz="1500" b="1" u="sng" dirty="0">
                <a:solidFill>
                  <a:srgbClr val="F9FAFB"/>
                </a:solidFill>
                <a:latin typeface="Sorts Mill Goudy" pitchFamily="34" charset="0"/>
                <a:ea typeface="Sorts Mill Goudy" pitchFamily="34" charset="-122"/>
                <a:cs typeface="Sorts Mill Goudy" pitchFamily="34" charset="-120"/>
              </a:rPr>
              <a:t>Growth Pattern</a:t>
            </a:r>
            <a:endParaRPr lang="en-US" sz="1600" u="sng" dirty="0"/>
          </a:p>
        </p:txBody>
      </p:sp>
      <p:sp>
        <p:nvSpPr>
          <p:cNvPr id="34" name="Text 31"/>
          <p:cNvSpPr/>
          <p:nvPr/>
        </p:nvSpPr>
        <p:spPr>
          <a:xfrm>
            <a:off x="3589211" y="5645641"/>
            <a:ext cx="1438275" cy="342900"/>
          </a:xfrm>
          <a:prstGeom prst="rect">
            <a:avLst/>
          </a:prstGeom>
          <a:noFill/>
          <a:ln/>
        </p:spPr>
        <p:txBody>
          <a:bodyPr wrap="square" lIns="0" tIns="0" rIns="0" bIns="0" rtlCol="0" anchor="ctr"/>
          <a:lstStyle/>
          <a:p>
            <a:pPr algn="ctr">
              <a:lnSpc>
                <a:spcPct val="100000"/>
              </a:lnSpc>
            </a:pPr>
            <a:r>
              <a:rPr lang="en-US" sz="2250" b="1" dirty="0">
                <a:solidFill>
                  <a:srgbClr val="F9FAFB"/>
                </a:solidFill>
                <a:latin typeface="Sorts Mill Goudy" pitchFamily="34" charset="0"/>
                <a:ea typeface="Sorts Mill Goudy" pitchFamily="34" charset="-122"/>
                <a:cs typeface="Sorts Mill Goudy" pitchFamily="34" charset="-120"/>
              </a:rPr>
              <a:t>2018</a:t>
            </a:r>
            <a:endParaRPr lang="en-US" sz="1600" dirty="0"/>
          </a:p>
        </p:txBody>
      </p:sp>
      <p:pic>
        <p:nvPicPr>
          <p:cNvPr id="7" name="Picture 6">
            <a:extLst>
              <a:ext uri="{FF2B5EF4-FFF2-40B4-BE49-F238E27FC236}">
                <a16:creationId xmlns:a16="http://schemas.microsoft.com/office/drawing/2014/main" id="{A036218A-8D4A-8793-A2C8-4467D852BDC7}"/>
              </a:ext>
            </a:extLst>
          </p:cNvPr>
          <p:cNvPicPr>
            <a:picLocks noChangeAspect="1"/>
          </p:cNvPicPr>
          <p:nvPr/>
        </p:nvPicPr>
        <p:blipFill>
          <a:blip r:embed="rId2"/>
          <a:stretch>
            <a:fillRect/>
          </a:stretch>
        </p:blipFill>
        <p:spPr>
          <a:xfrm>
            <a:off x="5330092" y="2008493"/>
            <a:ext cx="6505575" cy="4406128"/>
          </a:xfrm>
          <a:prstGeom prst="rect">
            <a:avLst/>
          </a:prstGeom>
        </p:spPr>
      </p:pic>
      <p:sp>
        <p:nvSpPr>
          <p:cNvPr id="17" name="Text 14"/>
          <p:cNvSpPr/>
          <p:nvPr/>
        </p:nvSpPr>
        <p:spPr>
          <a:xfrm>
            <a:off x="1055834" y="1982445"/>
            <a:ext cx="36861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Peak Growth Period</a:t>
            </a:r>
          </a:p>
        </p:txBody>
      </p:sp>
      <p:sp>
        <p:nvSpPr>
          <p:cNvPr id="18" name="Text 15"/>
          <p:cNvSpPr/>
          <p:nvPr/>
        </p:nvSpPr>
        <p:spPr>
          <a:xfrm>
            <a:off x="1055834" y="2262165"/>
            <a:ext cx="36766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2015-2017 saw highest restaurant openings, indicating market expansion phase</a:t>
            </a:r>
          </a:p>
        </p:txBody>
      </p:sp>
      <p:sp>
        <p:nvSpPr>
          <p:cNvPr id="22" name="Text 19"/>
          <p:cNvSpPr/>
          <p:nvPr/>
        </p:nvSpPr>
        <p:spPr>
          <a:xfrm>
            <a:off x="1076325" y="3336165"/>
            <a:ext cx="36766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Decline post-2017 suggests approaching saturation in mature markets</a:t>
            </a:r>
          </a:p>
        </p:txBody>
      </p:sp>
      <p:sp>
        <p:nvSpPr>
          <p:cNvPr id="25" name="Text 22"/>
          <p:cNvSpPr/>
          <p:nvPr/>
        </p:nvSpPr>
        <p:spPr>
          <a:xfrm>
            <a:off x="1066799" y="4013917"/>
            <a:ext cx="36861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Geographic Expansion</a:t>
            </a:r>
          </a:p>
        </p:txBody>
      </p:sp>
      <p:sp>
        <p:nvSpPr>
          <p:cNvPr id="26" name="Text 23"/>
          <p:cNvSpPr/>
          <p:nvPr/>
        </p:nvSpPr>
        <p:spPr>
          <a:xfrm>
            <a:off x="1055834" y="4366627"/>
            <a:ext cx="36766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New markets showing consistent growth, indicating expansion opportunities</a:t>
            </a:r>
          </a:p>
        </p:txBody>
      </p:sp>
      <p:sp>
        <p:nvSpPr>
          <p:cNvPr id="11" name="Shape 12"/>
          <p:cNvSpPr/>
          <p:nvPr/>
        </p:nvSpPr>
        <p:spPr>
          <a:xfrm>
            <a:off x="597266" y="2098944"/>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B0000"/>
          </a:solidFill>
          <a:ln/>
        </p:spPr>
      </p:sp>
      <p:sp>
        <p:nvSpPr>
          <p:cNvPr id="19" name="Shape 13"/>
          <p:cNvSpPr/>
          <p:nvPr/>
        </p:nvSpPr>
        <p:spPr>
          <a:xfrm>
            <a:off x="705647" y="2213244"/>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F9FAFB"/>
          </a:solidFill>
          <a:ln/>
        </p:spPr>
      </p:sp>
      <p:sp>
        <p:nvSpPr>
          <p:cNvPr id="20" name="Text 18"/>
          <p:cNvSpPr/>
          <p:nvPr/>
        </p:nvSpPr>
        <p:spPr>
          <a:xfrm>
            <a:off x="1066800" y="2990211"/>
            <a:ext cx="36861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Market Saturation</a:t>
            </a:r>
          </a:p>
        </p:txBody>
      </p:sp>
      <p:sp>
        <p:nvSpPr>
          <p:cNvPr id="23" name="Shape 20"/>
          <p:cNvSpPr/>
          <p:nvPr/>
        </p:nvSpPr>
        <p:spPr>
          <a:xfrm>
            <a:off x="556717" y="4129925"/>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B0000"/>
          </a:solidFill>
          <a:ln/>
        </p:spPr>
      </p:sp>
      <p:sp>
        <p:nvSpPr>
          <p:cNvPr id="24" name="Shape 21"/>
          <p:cNvSpPr/>
          <p:nvPr/>
        </p:nvSpPr>
        <p:spPr>
          <a:xfrm>
            <a:off x="676176" y="4244225"/>
            <a:ext cx="152400" cy="152400"/>
          </a:xfrm>
          <a:custGeom>
            <a:avLst/>
            <a:gdLst/>
            <a:ahLst/>
            <a:cxnLst/>
            <a:rect l="l" t="t" r="r" b="b"/>
            <a:pathLst>
              <a:path w="152400" h="152400">
                <a:moveTo>
                  <a:pt x="16579" y="59442"/>
                </a:moveTo>
                <a:lnTo>
                  <a:pt x="25777" y="68640"/>
                </a:lnTo>
                <a:cubicBezTo>
                  <a:pt x="27563" y="70425"/>
                  <a:pt x="29974" y="71438"/>
                  <a:pt x="32504" y="71438"/>
                </a:cubicBezTo>
                <a:lnTo>
                  <a:pt x="38904" y="71438"/>
                </a:lnTo>
                <a:cubicBezTo>
                  <a:pt x="41434" y="71438"/>
                  <a:pt x="43845" y="72450"/>
                  <a:pt x="45631" y="74235"/>
                </a:cubicBezTo>
                <a:lnTo>
                  <a:pt x="54352" y="82957"/>
                </a:lnTo>
                <a:cubicBezTo>
                  <a:pt x="56138" y="84743"/>
                  <a:pt x="57150" y="87154"/>
                  <a:pt x="57150" y="89684"/>
                </a:cubicBezTo>
                <a:lnTo>
                  <a:pt x="57150" y="100846"/>
                </a:lnTo>
                <a:cubicBezTo>
                  <a:pt x="57150" y="103376"/>
                  <a:pt x="58162" y="105787"/>
                  <a:pt x="59948" y="107573"/>
                </a:cubicBezTo>
                <a:lnTo>
                  <a:pt x="63907" y="111532"/>
                </a:lnTo>
                <a:cubicBezTo>
                  <a:pt x="65693" y="113318"/>
                  <a:pt x="66705" y="115729"/>
                  <a:pt x="66705" y="118259"/>
                </a:cubicBezTo>
                <a:lnTo>
                  <a:pt x="66705" y="123825"/>
                </a:lnTo>
                <a:cubicBezTo>
                  <a:pt x="66705" y="129094"/>
                  <a:pt x="70961" y="133350"/>
                  <a:pt x="76230" y="133350"/>
                </a:cubicBezTo>
                <a:cubicBezTo>
                  <a:pt x="81498" y="133350"/>
                  <a:pt x="85755" y="129094"/>
                  <a:pt x="85755" y="123825"/>
                </a:cubicBezTo>
                <a:lnTo>
                  <a:pt x="85755" y="123021"/>
                </a:lnTo>
                <a:cubicBezTo>
                  <a:pt x="85755" y="120491"/>
                  <a:pt x="86767" y="118080"/>
                  <a:pt x="88553" y="116294"/>
                </a:cubicBezTo>
                <a:lnTo>
                  <a:pt x="102037" y="102810"/>
                </a:lnTo>
                <a:cubicBezTo>
                  <a:pt x="103823" y="101025"/>
                  <a:pt x="104835" y="98614"/>
                  <a:pt x="104835" y="96083"/>
                </a:cubicBezTo>
                <a:lnTo>
                  <a:pt x="104835" y="85755"/>
                </a:lnTo>
                <a:cubicBezTo>
                  <a:pt x="104835" y="80486"/>
                  <a:pt x="100578" y="76230"/>
                  <a:pt x="95310" y="76230"/>
                </a:cubicBezTo>
                <a:lnTo>
                  <a:pt x="70693" y="76230"/>
                </a:lnTo>
                <a:cubicBezTo>
                  <a:pt x="68163" y="76230"/>
                  <a:pt x="65752" y="75218"/>
                  <a:pt x="63966" y="73432"/>
                </a:cubicBezTo>
                <a:lnTo>
                  <a:pt x="59204" y="68669"/>
                </a:lnTo>
                <a:cubicBezTo>
                  <a:pt x="57954" y="67419"/>
                  <a:pt x="57239" y="65693"/>
                  <a:pt x="57239" y="63907"/>
                </a:cubicBezTo>
                <a:cubicBezTo>
                  <a:pt x="57239" y="60186"/>
                  <a:pt x="60246" y="57180"/>
                  <a:pt x="63966" y="57180"/>
                </a:cubicBezTo>
                <a:lnTo>
                  <a:pt x="74295" y="57180"/>
                </a:lnTo>
                <a:cubicBezTo>
                  <a:pt x="78016" y="57180"/>
                  <a:pt x="81022" y="54173"/>
                  <a:pt x="81022" y="50453"/>
                </a:cubicBezTo>
                <a:cubicBezTo>
                  <a:pt x="81022" y="48667"/>
                  <a:pt x="80308" y="46940"/>
                  <a:pt x="79058" y="45690"/>
                </a:cubicBezTo>
                <a:lnTo>
                  <a:pt x="73194" y="39826"/>
                </a:lnTo>
                <a:cubicBezTo>
                  <a:pt x="72033" y="38695"/>
                  <a:pt x="71438" y="37237"/>
                  <a:pt x="71438" y="35719"/>
                </a:cubicBezTo>
                <a:cubicBezTo>
                  <a:pt x="71438" y="34201"/>
                  <a:pt x="72033" y="32742"/>
                  <a:pt x="73134" y="31641"/>
                </a:cubicBezTo>
                <a:lnTo>
                  <a:pt x="78284" y="26491"/>
                </a:lnTo>
                <a:cubicBezTo>
                  <a:pt x="80010" y="24765"/>
                  <a:pt x="80992" y="22414"/>
                  <a:pt x="80992" y="19973"/>
                </a:cubicBezTo>
                <a:cubicBezTo>
                  <a:pt x="80992" y="17830"/>
                  <a:pt x="80278" y="15895"/>
                  <a:pt x="79087" y="14347"/>
                </a:cubicBezTo>
                <a:cubicBezTo>
                  <a:pt x="78135" y="14317"/>
                  <a:pt x="77182" y="14287"/>
                  <a:pt x="76230" y="14287"/>
                </a:cubicBezTo>
                <a:cubicBezTo>
                  <a:pt x="47833" y="14287"/>
                  <a:pt x="23932" y="33397"/>
                  <a:pt x="16609" y="59442"/>
                </a:cubicBezTo>
                <a:close/>
                <a:moveTo>
                  <a:pt x="138113" y="76200"/>
                </a:moveTo>
                <a:cubicBezTo>
                  <a:pt x="138113" y="65901"/>
                  <a:pt x="135612" y="56198"/>
                  <a:pt x="131147" y="47685"/>
                </a:cubicBezTo>
                <a:cubicBezTo>
                  <a:pt x="129242" y="47952"/>
                  <a:pt x="127367" y="48845"/>
                  <a:pt x="125819" y="50393"/>
                </a:cubicBezTo>
                <a:lnTo>
                  <a:pt x="121831" y="54382"/>
                </a:lnTo>
                <a:cubicBezTo>
                  <a:pt x="120045" y="56168"/>
                  <a:pt x="119033" y="58579"/>
                  <a:pt x="119033" y="61109"/>
                </a:cubicBezTo>
                <a:lnTo>
                  <a:pt x="119033" y="71438"/>
                </a:lnTo>
                <a:cubicBezTo>
                  <a:pt x="119033" y="76706"/>
                  <a:pt x="123289" y="80962"/>
                  <a:pt x="128558" y="80962"/>
                </a:cubicBezTo>
                <a:lnTo>
                  <a:pt x="135731" y="80962"/>
                </a:lnTo>
                <a:cubicBezTo>
                  <a:pt x="136475" y="80962"/>
                  <a:pt x="137220" y="80873"/>
                  <a:pt x="137904" y="80724"/>
                </a:cubicBezTo>
                <a:cubicBezTo>
                  <a:pt x="138023" y="79236"/>
                  <a:pt x="138053" y="77718"/>
                  <a:pt x="138053" y="76200"/>
                </a:cubicBezTo>
                <a:close/>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path>
            </a:pathLst>
          </a:custGeom>
          <a:solidFill>
            <a:srgbClr val="F9FAFB"/>
          </a:solidFill>
          <a:ln/>
        </p:spPr>
      </p:sp>
      <p:sp>
        <p:nvSpPr>
          <p:cNvPr id="28" name="Shape 16"/>
          <p:cNvSpPr/>
          <p:nvPr/>
        </p:nvSpPr>
        <p:spPr>
          <a:xfrm>
            <a:off x="587741" y="310756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B0000"/>
          </a:solidFill>
          <a:ln/>
        </p:spPr>
      </p:sp>
      <p:sp>
        <p:nvSpPr>
          <p:cNvPr id="36" name="Shape 17"/>
          <p:cNvSpPr/>
          <p:nvPr/>
        </p:nvSpPr>
        <p:spPr>
          <a:xfrm>
            <a:off x="692516" y="3190902"/>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F9FAFB"/>
          </a:solidFill>
          <a:ln/>
        </p:spPr>
      </p:sp>
      <p:sp>
        <p:nvSpPr>
          <p:cNvPr id="37" name="Shape 4">
            <a:extLst>
              <a:ext uri="{FF2B5EF4-FFF2-40B4-BE49-F238E27FC236}">
                <a16:creationId xmlns:a16="http://schemas.microsoft.com/office/drawing/2014/main" id="{67328593-A81C-7DF7-7EB5-D828BC6B3E38}"/>
              </a:ext>
            </a:extLst>
          </p:cNvPr>
          <p:cNvSpPr/>
          <p:nvPr/>
        </p:nvSpPr>
        <p:spPr>
          <a:xfrm>
            <a:off x="533400" y="4935856"/>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Tree>
    <p:extLst>
      <p:ext uri="{BB962C8B-B14F-4D97-AF65-F5344CB8AC3E}">
        <p14:creationId xmlns:p14="http://schemas.microsoft.com/office/powerpoint/2010/main" val="929185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0296" y="425841"/>
            <a:ext cx="518415" cy="518415"/>
          </a:xfrm>
          <a:custGeom>
            <a:avLst/>
            <a:gdLst/>
            <a:ahLst/>
            <a:cxnLst/>
            <a:rect l="l" t="t" r="r" b="b"/>
            <a:pathLst>
              <a:path w="518415" h="518415">
                <a:moveTo>
                  <a:pt x="259207" y="0"/>
                </a:moveTo>
                <a:lnTo>
                  <a:pt x="259207" y="0"/>
                </a:lnTo>
                <a:cubicBezTo>
                  <a:pt x="402268" y="0"/>
                  <a:pt x="518415" y="116147"/>
                  <a:pt x="518415" y="259207"/>
                </a:cubicBezTo>
                <a:lnTo>
                  <a:pt x="518415" y="259207"/>
                </a:lnTo>
                <a:cubicBezTo>
                  <a:pt x="518415" y="402268"/>
                  <a:pt x="402268" y="518415"/>
                  <a:pt x="259207" y="518415"/>
                </a:cubicBezTo>
                <a:lnTo>
                  <a:pt x="259207" y="518415"/>
                </a:lnTo>
                <a:cubicBezTo>
                  <a:pt x="116147" y="518415"/>
                  <a:pt x="0" y="402268"/>
                  <a:pt x="0" y="259207"/>
                </a:cubicBezTo>
                <a:lnTo>
                  <a:pt x="0" y="259207"/>
                </a:lnTo>
                <a:cubicBezTo>
                  <a:pt x="0" y="116147"/>
                  <a:pt x="116147" y="0"/>
                  <a:pt x="259207" y="0"/>
                </a:cubicBezTo>
                <a:close/>
              </a:path>
            </a:pathLst>
          </a:custGeom>
          <a:solidFill>
            <a:srgbClr val="8B0000"/>
          </a:solidFill>
          <a:ln/>
        </p:spPr>
      </p:sp>
      <p:sp>
        <p:nvSpPr>
          <p:cNvPr id="3" name="Text 1"/>
          <p:cNvSpPr/>
          <p:nvPr/>
        </p:nvSpPr>
        <p:spPr>
          <a:xfrm>
            <a:off x="515059" y="536929"/>
            <a:ext cx="342524" cy="296237"/>
          </a:xfrm>
          <a:prstGeom prst="rect">
            <a:avLst/>
          </a:prstGeom>
          <a:noFill/>
          <a:ln/>
        </p:spPr>
        <p:txBody>
          <a:bodyPr wrap="square" lIns="0" tIns="0" rIns="0" bIns="0" rtlCol="0" anchor="ctr"/>
          <a:lstStyle/>
          <a:p>
            <a:pPr>
              <a:lnSpc>
                <a:spcPct val="110000"/>
              </a:lnSpc>
            </a:pPr>
            <a:r>
              <a:rPr lang="en-US" sz="1749" b="1" dirty="0">
                <a:solidFill>
                  <a:srgbClr val="F9FAFB"/>
                </a:solidFill>
                <a:latin typeface="Sorts Mill Goudy" pitchFamily="34" charset="0"/>
                <a:ea typeface="Sorts Mill Goudy" pitchFamily="34" charset="-122"/>
                <a:cs typeface="Sorts Mill Goudy" pitchFamily="34" charset="-120"/>
              </a:rPr>
              <a:t>07</a:t>
            </a:r>
            <a:endParaRPr lang="en-US" sz="1600" dirty="0"/>
          </a:p>
        </p:txBody>
      </p:sp>
      <p:sp>
        <p:nvSpPr>
          <p:cNvPr id="4" name="Text 2"/>
          <p:cNvSpPr/>
          <p:nvPr/>
        </p:nvSpPr>
        <p:spPr>
          <a:xfrm>
            <a:off x="1036829" y="370296"/>
            <a:ext cx="6193203" cy="185148"/>
          </a:xfrm>
          <a:prstGeom prst="rect">
            <a:avLst/>
          </a:prstGeom>
          <a:noFill/>
          <a:ln/>
        </p:spPr>
        <p:txBody>
          <a:bodyPr wrap="square" lIns="0" tIns="0" rIns="0" bIns="0" rtlCol="0" anchor="ctr"/>
          <a:lstStyle/>
          <a:p>
            <a:pPr>
              <a:lnSpc>
                <a:spcPct val="120000"/>
              </a:lnSpc>
            </a:pPr>
            <a:endParaRPr lang="en-US" sz="1600" dirty="0"/>
          </a:p>
        </p:txBody>
      </p:sp>
      <p:sp>
        <p:nvSpPr>
          <p:cNvPr id="5" name="Text 3"/>
          <p:cNvSpPr/>
          <p:nvPr/>
        </p:nvSpPr>
        <p:spPr>
          <a:xfrm>
            <a:off x="1036829" y="555444"/>
            <a:ext cx="6350579" cy="444355"/>
          </a:xfrm>
          <a:prstGeom prst="rect">
            <a:avLst/>
          </a:prstGeom>
          <a:noFill/>
          <a:ln/>
        </p:spPr>
        <p:txBody>
          <a:bodyPr wrap="square" lIns="0" tIns="0" rIns="0" bIns="0" rtlCol="0" anchor="ctr"/>
          <a:lstStyle/>
          <a:p>
            <a:pPr>
              <a:lnSpc>
                <a:spcPct val="80000"/>
              </a:lnSpc>
            </a:pPr>
            <a:r>
              <a:rPr lang="en-US" sz="3499" b="1" dirty="0">
                <a:solidFill>
                  <a:srgbClr val="1F2937"/>
                </a:solidFill>
                <a:latin typeface="Sorts Mill Goudy" pitchFamily="34" charset="0"/>
                <a:ea typeface="Sorts Mill Goudy" pitchFamily="34" charset="-122"/>
                <a:cs typeface="Sorts Mill Goudy" pitchFamily="34" charset="-120"/>
              </a:rPr>
              <a:t>Customer Engagement Analysis</a:t>
            </a:r>
            <a:endParaRPr lang="en-US" sz="1600" dirty="0"/>
          </a:p>
        </p:txBody>
      </p:sp>
      <p:sp>
        <p:nvSpPr>
          <p:cNvPr id="6" name="Shape 4"/>
          <p:cNvSpPr/>
          <p:nvPr/>
        </p:nvSpPr>
        <p:spPr>
          <a:xfrm>
            <a:off x="370296" y="1110888"/>
            <a:ext cx="1184948" cy="37030"/>
          </a:xfrm>
          <a:custGeom>
            <a:avLst/>
            <a:gdLst/>
            <a:ahLst/>
            <a:cxnLst/>
            <a:rect l="l" t="t" r="r" b="b"/>
            <a:pathLst>
              <a:path w="1184948" h="37030">
                <a:moveTo>
                  <a:pt x="0" y="0"/>
                </a:moveTo>
                <a:lnTo>
                  <a:pt x="1184948" y="0"/>
                </a:lnTo>
                <a:lnTo>
                  <a:pt x="1184948" y="37030"/>
                </a:lnTo>
                <a:lnTo>
                  <a:pt x="0" y="37030"/>
                </a:lnTo>
                <a:lnTo>
                  <a:pt x="0" y="0"/>
                </a:lnTo>
                <a:close/>
              </a:path>
            </a:pathLst>
          </a:custGeom>
          <a:solidFill>
            <a:srgbClr val="8B0000"/>
          </a:solidFill>
          <a:ln/>
        </p:spPr>
      </p:sp>
      <p:sp>
        <p:nvSpPr>
          <p:cNvPr id="8" name="Shape 6"/>
          <p:cNvSpPr/>
          <p:nvPr/>
        </p:nvSpPr>
        <p:spPr>
          <a:xfrm>
            <a:off x="388811" y="1296036"/>
            <a:ext cx="37030" cy="5563699"/>
          </a:xfrm>
          <a:custGeom>
            <a:avLst/>
            <a:gdLst/>
            <a:ahLst/>
            <a:cxnLst/>
            <a:rect l="l" t="t" r="r" b="b"/>
            <a:pathLst>
              <a:path w="37030" h="5563699">
                <a:moveTo>
                  <a:pt x="0" y="0"/>
                </a:moveTo>
                <a:lnTo>
                  <a:pt x="37030" y="0"/>
                </a:lnTo>
                <a:lnTo>
                  <a:pt x="37030" y="5563699"/>
                </a:lnTo>
                <a:lnTo>
                  <a:pt x="0" y="5563699"/>
                </a:lnTo>
                <a:lnTo>
                  <a:pt x="0" y="0"/>
                </a:lnTo>
                <a:close/>
              </a:path>
            </a:pathLst>
          </a:custGeom>
          <a:solidFill>
            <a:srgbClr val="8B0000"/>
          </a:solidFill>
          <a:ln/>
        </p:spPr>
      </p:sp>
      <p:sp>
        <p:nvSpPr>
          <p:cNvPr id="9" name="Shape 7"/>
          <p:cNvSpPr/>
          <p:nvPr/>
        </p:nvSpPr>
        <p:spPr>
          <a:xfrm>
            <a:off x="592474" y="1518101"/>
            <a:ext cx="277722" cy="222178"/>
          </a:xfrm>
          <a:custGeom>
            <a:avLst/>
            <a:gdLst/>
            <a:ahLst/>
            <a:cxnLst/>
            <a:rect l="l" t="t" r="r" b="b"/>
            <a:pathLst>
              <a:path w="277722" h="222178">
                <a:moveTo>
                  <a:pt x="138861" y="6943"/>
                </a:moveTo>
                <a:cubicBezTo>
                  <a:pt x="163769" y="6943"/>
                  <a:pt x="183991" y="27165"/>
                  <a:pt x="183991" y="52073"/>
                </a:cubicBezTo>
                <a:cubicBezTo>
                  <a:pt x="183991" y="76981"/>
                  <a:pt x="163769" y="97203"/>
                  <a:pt x="138861" y="97203"/>
                </a:cubicBezTo>
                <a:cubicBezTo>
                  <a:pt x="113953" y="97203"/>
                  <a:pt x="93731" y="76981"/>
                  <a:pt x="93731" y="52073"/>
                </a:cubicBezTo>
                <a:cubicBezTo>
                  <a:pt x="93731" y="27165"/>
                  <a:pt x="113953" y="6943"/>
                  <a:pt x="138861" y="6943"/>
                </a:cubicBezTo>
                <a:close/>
                <a:moveTo>
                  <a:pt x="41658" y="38187"/>
                </a:moveTo>
                <a:cubicBezTo>
                  <a:pt x="58902" y="38187"/>
                  <a:pt x="72902" y="52187"/>
                  <a:pt x="72902" y="69431"/>
                </a:cubicBezTo>
                <a:cubicBezTo>
                  <a:pt x="72902" y="86674"/>
                  <a:pt x="58902" y="100674"/>
                  <a:pt x="41658" y="100674"/>
                </a:cubicBezTo>
                <a:cubicBezTo>
                  <a:pt x="24414" y="100674"/>
                  <a:pt x="10415" y="86674"/>
                  <a:pt x="10415" y="69431"/>
                </a:cubicBezTo>
                <a:cubicBezTo>
                  <a:pt x="10415" y="52187"/>
                  <a:pt x="24414" y="38187"/>
                  <a:pt x="41658" y="38187"/>
                </a:cubicBezTo>
                <a:close/>
                <a:moveTo>
                  <a:pt x="0" y="180519"/>
                </a:moveTo>
                <a:cubicBezTo>
                  <a:pt x="0" y="149840"/>
                  <a:pt x="24865" y="124975"/>
                  <a:pt x="55544" y="124975"/>
                </a:cubicBezTo>
                <a:cubicBezTo>
                  <a:pt x="61099" y="124975"/>
                  <a:pt x="66480" y="125799"/>
                  <a:pt x="71557" y="127318"/>
                </a:cubicBezTo>
                <a:cubicBezTo>
                  <a:pt x="57280" y="143287"/>
                  <a:pt x="48601" y="164377"/>
                  <a:pt x="48601" y="187462"/>
                </a:cubicBezTo>
                <a:lnTo>
                  <a:pt x="48601" y="194405"/>
                </a:lnTo>
                <a:cubicBezTo>
                  <a:pt x="48601" y="199352"/>
                  <a:pt x="49643" y="204039"/>
                  <a:pt x="51509" y="208292"/>
                </a:cubicBezTo>
                <a:lnTo>
                  <a:pt x="13886" y="208292"/>
                </a:lnTo>
                <a:cubicBezTo>
                  <a:pt x="6205" y="208292"/>
                  <a:pt x="0" y="202086"/>
                  <a:pt x="0" y="194405"/>
                </a:cubicBezTo>
                <a:lnTo>
                  <a:pt x="0" y="180519"/>
                </a:lnTo>
                <a:close/>
                <a:moveTo>
                  <a:pt x="226213" y="208292"/>
                </a:moveTo>
                <a:cubicBezTo>
                  <a:pt x="228079" y="204039"/>
                  <a:pt x="229121" y="199352"/>
                  <a:pt x="229121" y="194405"/>
                </a:cubicBezTo>
                <a:lnTo>
                  <a:pt x="229121" y="187462"/>
                </a:lnTo>
                <a:cubicBezTo>
                  <a:pt x="229121" y="164377"/>
                  <a:pt x="220442" y="143287"/>
                  <a:pt x="206165" y="127318"/>
                </a:cubicBezTo>
                <a:cubicBezTo>
                  <a:pt x="211242" y="125799"/>
                  <a:pt x="216623" y="124975"/>
                  <a:pt x="222178" y="124975"/>
                </a:cubicBezTo>
                <a:cubicBezTo>
                  <a:pt x="252857" y="124975"/>
                  <a:pt x="277722" y="149840"/>
                  <a:pt x="277722" y="180519"/>
                </a:cubicBezTo>
                <a:lnTo>
                  <a:pt x="277722" y="194405"/>
                </a:lnTo>
                <a:cubicBezTo>
                  <a:pt x="277722" y="202086"/>
                  <a:pt x="271517" y="208292"/>
                  <a:pt x="263836" y="208292"/>
                </a:cubicBezTo>
                <a:lnTo>
                  <a:pt x="226213" y="208292"/>
                </a:lnTo>
                <a:close/>
                <a:moveTo>
                  <a:pt x="204820" y="69431"/>
                </a:moveTo>
                <a:cubicBezTo>
                  <a:pt x="204820" y="52187"/>
                  <a:pt x="218820" y="38187"/>
                  <a:pt x="236064" y="38187"/>
                </a:cubicBezTo>
                <a:cubicBezTo>
                  <a:pt x="253308" y="38187"/>
                  <a:pt x="267308" y="52187"/>
                  <a:pt x="267308" y="69431"/>
                </a:cubicBezTo>
                <a:cubicBezTo>
                  <a:pt x="267308" y="86674"/>
                  <a:pt x="253308" y="100674"/>
                  <a:pt x="236064" y="100674"/>
                </a:cubicBezTo>
                <a:cubicBezTo>
                  <a:pt x="218820" y="100674"/>
                  <a:pt x="204820" y="86674"/>
                  <a:pt x="204820" y="69431"/>
                </a:cubicBezTo>
                <a:close/>
                <a:moveTo>
                  <a:pt x="69431" y="187462"/>
                </a:moveTo>
                <a:cubicBezTo>
                  <a:pt x="69431" y="149102"/>
                  <a:pt x="100501" y="118032"/>
                  <a:pt x="138861" y="118032"/>
                </a:cubicBezTo>
                <a:cubicBezTo>
                  <a:pt x="177221" y="118032"/>
                  <a:pt x="208292" y="149102"/>
                  <a:pt x="208292" y="187462"/>
                </a:cubicBezTo>
                <a:lnTo>
                  <a:pt x="208292" y="194405"/>
                </a:lnTo>
                <a:cubicBezTo>
                  <a:pt x="208292" y="202086"/>
                  <a:pt x="202086" y="208292"/>
                  <a:pt x="194405" y="208292"/>
                </a:cubicBezTo>
                <a:lnTo>
                  <a:pt x="83317" y="208292"/>
                </a:lnTo>
                <a:cubicBezTo>
                  <a:pt x="75636" y="208292"/>
                  <a:pt x="69431" y="202086"/>
                  <a:pt x="69431" y="194405"/>
                </a:cubicBezTo>
                <a:lnTo>
                  <a:pt x="69431" y="187462"/>
                </a:lnTo>
                <a:close/>
              </a:path>
            </a:pathLst>
          </a:custGeom>
          <a:solidFill>
            <a:srgbClr val="8B0000"/>
          </a:solidFill>
          <a:ln/>
        </p:spPr>
      </p:sp>
      <p:sp>
        <p:nvSpPr>
          <p:cNvPr id="10" name="Text 8"/>
          <p:cNvSpPr/>
          <p:nvPr/>
        </p:nvSpPr>
        <p:spPr>
          <a:xfrm>
            <a:off x="870196" y="1481185"/>
            <a:ext cx="6211718" cy="296237"/>
          </a:xfrm>
          <a:prstGeom prst="rect">
            <a:avLst/>
          </a:prstGeom>
          <a:noFill/>
          <a:ln/>
        </p:spPr>
        <p:txBody>
          <a:bodyPr wrap="square" lIns="0" tIns="0" rIns="0" bIns="0" rtlCol="0" anchor="ctr"/>
          <a:lstStyle/>
          <a:p>
            <a:pPr>
              <a:lnSpc>
                <a:spcPct val="110000"/>
              </a:lnSpc>
            </a:pPr>
            <a:r>
              <a:rPr lang="en-US" sz="1749" b="1" dirty="0">
                <a:solidFill>
                  <a:srgbClr val="1F2937"/>
                </a:solidFill>
                <a:latin typeface="Sorts Mill Goudy" pitchFamily="34" charset="0"/>
                <a:ea typeface="Sorts Mill Goudy" pitchFamily="34" charset="-122"/>
                <a:cs typeface="Sorts Mill Goudy" pitchFamily="34" charset="-120"/>
              </a:rPr>
              <a:t>Average Votes by Country</a:t>
            </a:r>
            <a:endParaRPr lang="en-US" sz="1600" dirty="0"/>
          </a:p>
        </p:txBody>
      </p:sp>
      <p:pic>
        <p:nvPicPr>
          <p:cNvPr id="11" name="Image 0" descr="https://kimi-img.moonshot.cn/pub/slides/26-02-05-03:27:25-d61pr7dnfo2i38cnpjog.png"/>
          <p:cNvPicPr>
            <a:picLocks noChangeAspect="1"/>
          </p:cNvPicPr>
          <p:nvPr/>
        </p:nvPicPr>
        <p:blipFill>
          <a:blip r:embed="rId3"/>
          <a:srcRect t="26" b="26"/>
          <a:stretch/>
        </p:blipFill>
        <p:spPr>
          <a:xfrm>
            <a:off x="592474" y="1888397"/>
            <a:ext cx="6174688" cy="4786077"/>
          </a:xfrm>
          <a:prstGeom prst="roundRect">
            <a:avLst>
              <a:gd name="adj" fmla="val 0"/>
            </a:avLst>
          </a:prstGeom>
        </p:spPr>
      </p:pic>
      <p:sp>
        <p:nvSpPr>
          <p:cNvPr id="13" name="Shape 10"/>
          <p:cNvSpPr/>
          <p:nvPr/>
        </p:nvSpPr>
        <p:spPr>
          <a:xfrm>
            <a:off x="7518169" y="1532914"/>
            <a:ext cx="249950" cy="222178"/>
          </a:xfrm>
          <a:custGeom>
            <a:avLst/>
            <a:gdLst/>
            <a:ahLst/>
            <a:cxnLst/>
            <a:rect l="l" t="t" r="r" b="b"/>
            <a:pathLst>
              <a:path w="249950" h="222178">
                <a:moveTo>
                  <a:pt x="134305" y="-8201"/>
                </a:moveTo>
                <a:cubicBezTo>
                  <a:pt x="132526" y="-11673"/>
                  <a:pt x="128924" y="-13886"/>
                  <a:pt x="125018" y="-13886"/>
                </a:cubicBezTo>
                <a:cubicBezTo>
                  <a:pt x="121113" y="-13886"/>
                  <a:pt x="117511" y="-11673"/>
                  <a:pt x="115732" y="-8201"/>
                </a:cubicBezTo>
                <a:lnTo>
                  <a:pt x="83794" y="54373"/>
                </a:lnTo>
                <a:lnTo>
                  <a:pt x="14407" y="65395"/>
                </a:lnTo>
                <a:cubicBezTo>
                  <a:pt x="10545" y="66002"/>
                  <a:pt x="7334" y="68736"/>
                  <a:pt x="6119" y="72468"/>
                </a:cubicBezTo>
                <a:cubicBezTo>
                  <a:pt x="4904" y="76200"/>
                  <a:pt x="5902" y="80279"/>
                  <a:pt x="8635" y="83056"/>
                </a:cubicBezTo>
                <a:lnTo>
                  <a:pt x="58278" y="132742"/>
                </a:lnTo>
                <a:lnTo>
                  <a:pt x="47343" y="202130"/>
                </a:lnTo>
                <a:cubicBezTo>
                  <a:pt x="46735" y="205992"/>
                  <a:pt x="48341" y="209897"/>
                  <a:pt x="51509" y="212197"/>
                </a:cubicBezTo>
                <a:cubicBezTo>
                  <a:pt x="54677" y="214497"/>
                  <a:pt x="58842" y="214844"/>
                  <a:pt x="62357" y="213065"/>
                </a:cubicBezTo>
                <a:lnTo>
                  <a:pt x="125018" y="181214"/>
                </a:lnTo>
                <a:lnTo>
                  <a:pt x="187636" y="213065"/>
                </a:lnTo>
                <a:cubicBezTo>
                  <a:pt x="191108" y="214844"/>
                  <a:pt x="195317" y="214497"/>
                  <a:pt x="198485" y="212197"/>
                </a:cubicBezTo>
                <a:cubicBezTo>
                  <a:pt x="201652" y="209897"/>
                  <a:pt x="203258" y="206035"/>
                  <a:pt x="202650" y="202130"/>
                </a:cubicBezTo>
                <a:lnTo>
                  <a:pt x="191672" y="132742"/>
                </a:lnTo>
                <a:lnTo>
                  <a:pt x="241314" y="83056"/>
                </a:lnTo>
                <a:cubicBezTo>
                  <a:pt x="244092" y="80279"/>
                  <a:pt x="245046" y="76200"/>
                  <a:pt x="243831" y="72468"/>
                </a:cubicBezTo>
                <a:cubicBezTo>
                  <a:pt x="242616" y="68736"/>
                  <a:pt x="239449" y="66002"/>
                  <a:pt x="235543" y="65395"/>
                </a:cubicBezTo>
                <a:lnTo>
                  <a:pt x="166199" y="54373"/>
                </a:lnTo>
                <a:lnTo>
                  <a:pt x="134305" y="-8201"/>
                </a:lnTo>
                <a:close/>
              </a:path>
            </a:pathLst>
          </a:custGeom>
          <a:solidFill>
            <a:srgbClr val="8B0000"/>
          </a:solidFill>
          <a:ln/>
        </p:spPr>
      </p:sp>
      <p:sp>
        <p:nvSpPr>
          <p:cNvPr id="14" name="Text 11"/>
          <p:cNvSpPr/>
          <p:nvPr/>
        </p:nvSpPr>
        <p:spPr>
          <a:xfrm>
            <a:off x="7782005" y="1495997"/>
            <a:ext cx="3952911" cy="296237"/>
          </a:xfrm>
          <a:prstGeom prst="rect">
            <a:avLst/>
          </a:prstGeom>
          <a:noFill/>
          <a:ln/>
        </p:spPr>
        <p:txBody>
          <a:bodyPr wrap="square" lIns="0" tIns="0" rIns="0" bIns="0" rtlCol="0" anchor="ctr"/>
          <a:lstStyle/>
          <a:p>
            <a:pPr>
              <a:lnSpc>
                <a:spcPct val="110000"/>
              </a:lnSpc>
            </a:pPr>
            <a:r>
              <a:rPr lang="en-US" sz="1749" b="1" dirty="0">
                <a:solidFill>
                  <a:srgbClr val="1F2937"/>
                </a:solidFill>
                <a:latin typeface="Sorts Mill Goudy" pitchFamily="34" charset="0"/>
                <a:ea typeface="Sorts Mill Goudy" pitchFamily="34" charset="-122"/>
                <a:cs typeface="Sorts Mill Goudy" pitchFamily="34" charset="-120"/>
              </a:rPr>
              <a:t>Engagement Insights</a:t>
            </a:r>
            <a:endParaRPr lang="en-US" sz="1600" dirty="0"/>
          </a:p>
        </p:txBody>
      </p:sp>
      <p:sp>
        <p:nvSpPr>
          <p:cNvPr id="16" name="Shape 13"/>
          <p:cNvSpPr/>
          <p:nvPr/>
        </p:nvSpPr>
        <p:spPr>
          <a:xfrm>
            <a:off x="7522797" y="1940240"/>
            <a:ext cx="37030" cy="962770"/>
          </a:xfrm>
          <a:custGeom>
            <a:avLst/>
            <a:gdLst/>
            <a:ahLst/>
            <a:cxnLst/>
            <a:rect l="l" t="t" r="r" b="b"/>
            <a:pathLst>
              <a:path w="37030" h="962770">
                <a:moveTo>
                  <a:pt x="0" y="0"/>
                </a:moveTo>
                <a:lnTo>
                  <a:pt x="37030" y="0"/>
                </a:lnTo>
                <a:lnTo>
                  <a:pt x="37030" y="962770"/>
                </a:lnTo>
                <a:lnTo>
                  <a:pt x="0" y="962770"/>
                </a:lnTo>
                <a:lnTo>
                  <a:pt x="0" y="0"/>
                </a:lnTo>
                <a:close/>
              </a:path>
            </a:pathLst>
          </a:custGeom>
          <a:solidFill>
            <a:srgbClr val="8B0000"/>
          </a:solidFill>
          <a:ln/>
        </p:spPr>
      </p:sp>
      <p:sp>
        <p:nvSpPr>
          <p:cNvPr id="17" name="Text 14"/>
          <p:cNvSpPr/>
          <p:nvPr/>
        </p:nvSpPr>
        <p:spPr>
          <a:xfrm>
            <a:off x="7652401" y="2051328"/>
            <a:ext cx="3943654" cy="259207"/>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High Engagement Markets</a:t>
            </a:r>
          </a:p>
        </p:txBody>
      </p:sp>
      <p:sp>
        <p:nvSpPr>
          <p:cNvPr id="18" name="Text 15"/>
          <p:cNvSpPr/>
          <p:nvPr/>
        </p:nvSpPr>
        <p:spPr>
          <a:xfrm>
            <a:off x="7652401" y="2347565"/>
            <a:ext cx="3934396" cy="444355"/>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India and USA show highest vote counts, indicating active customer participation</a:t>
            </a:r>
          </a:p>
        </p:txBody>
      </p:sp>
      <p:sp>
        <p:nvSpPr>
          <p:cNvPr id="20" name="Shape 17"/>
          <p:cNvSpPr/>
          <p:nvPr/>
        </p:nvSpPr>
        <p:spPr>
          <a:xfrm>
            <a:off x="7522797" y="3014098"/>
            <a:ext cx="37030" cy="962770"/>
          </a:xfrm>
          <a:custGeom>
            <a:avLst/>
            <a:gdLst/>
            <a:ahLst/>
            <a:cxnLst/>
            <a:rect l="l" t="t" r="r" b="b"/>
            <a:pathLst>
              <a:path w="37030" h="962770">
                <a:moveTo>
                  <a:pt x="0" y="0"/>
                </a:moveTo>
                <a:lnTo>
                  <a:pt x="37030" y="0"/>
                </a:lnTo>
                <a:lnTo>
                  <a:pt x="37030" y="962770"/>
                </a:lnTo>
                <a:lnTo>
                  <a:pt x="0" y="962770"/>
                </a:lnTo>
                <a:lnTo>
                  <a:pt x="0" y="0"/>
                </a:lnTo>
                <a:close/>
              </a:path>
            </a:pathLst>
          </a:custGeom>
          <a:solidFill>
            <a:srgbClr val="8B0000"/>
          </a:solidFill>
          <a:ln/>
        </p:spPr>
      </p:sp>
      <p:sp>
        <p:nvSpPr>
          <p:cNvPr id="21" name="Text 18"/>
          <p:cNvSpPr/>
          <p:nvPr/>
        </p:nvSpPr>
        <p:spPr>
          <a:xfrm>
            <a:off x="7652401" y="3125187"/>
            <a:ext cx="3943654" cy="259207"/>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Emerging Markets</a:t>
            </a:r>
          </a:p>
        </p:txBody>
      </p:sp>
      <p:sp>
        <p:nvSpPr>
          <p:cNvPr id="22" name="Text 19"/>
          <p:cNvSpPr/>
          <p:nvPr/>
        </p:nvSpPr>
        <p:spPr>
          <a:xfrm>
            <a:off x="7652401" y="3421424"/>
            <a:ext cx="3934396" cy="444355"/>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Australia, Qatar, and Canada show moderate engagement with growth potential</a:t>
            </a:r>
          </a:p>
        </p:txBody>
      </p:sp>
      <p:sp>
        <p:nvSpPr>
          <p:cNvPr id="24" name="Shape 21"/>
          <p:cNvSpPr/>
          <p:nvPr/>
        </p:nvSpPr>
        <p:spPr>
          <a:xfrm>
            <a:off x="7522797" y="4087957"/>
            <a:ext cx="37030" cy="962770"/>
          </a:xfrm>
          <a:custGeom>
            <a:avLst/>
            <a:gdLst/>
            <a:ahLst/>
            <a:cxnLst/>
            <a:rect l="l" t="t" r="r" b="b"/>
            <a:pathLst>
              <a:path w="37030" h="962770">
                <a:moveTo>
                  <a:pt x="0" y="0"/>
                </a:moveTo>
                <a:lnTo>
                  <a:pt x="37030" y="0"/>
                </a:lnTo>
                <a:lnTo>
                  <a:pt x="37030" y="962770"/>
                </a:lnTo>
                <a:lnTo>
                  <a:pt x="0" y="962770"/>
                </a:lnTo>
                <a:lnTo>
                  <a:pt x="0" y="0"/>
                </a:lnTo>
                <a:close/>
              </a:path>
            </a:pathLst>
          </a:custGeom>
          <a:solidFill>
            <a:srgbClr val="8B0000"/>
          </a:solidFill>
          <a:ln/>
        </p:spPr>
      </p:sp>
      <p:sp>
        <p:nvSpPr>
          <p:cNvPr id="25" name="Text 22"/>
          <p:cNvSpPr/>
          <p:nvPr/>
        </p:nvSpPr>
        <p:spPr>
          <a:xfrm>
            <a:off x="7652401" y="4199046"/>
            <a:ext cx="3943654" cy="259207"/>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Quality Indicator</a:t>
            </a:r>
          </a:p>
        </p:txBody>
      </p:sp>
      <p:sp>
        <p:nvSpPr>
          <p:cNvPr id="26" name="Text 23"/>
          <p:cNvSpPr/>
          <p:nvPr/>
        </p:nvSpPr>
        <p:spPr>
          <a:xfrm>
            <a:off x="7652401" y="4495283"/>
            <a:ext cx="3934396" cy="444355"/>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Higher votes correlate with market maturity and customer engagement levels</a:t>
            </a:r>
          </a:p>
        </p:txBody>
      </p:sp>
      <p:sp>
        <p:nvSpPr>
          <p:cNvPr id="27" name="Shape 24"/>
          <p:cNvSpPr/>
          <p:nvPr/>
        </p:nvSpPr>
        <p:spPr>
          <a:xfrm>
            <a:off x="7304323" y="5398802"/>
            <a:ext cx="4517613" cy="1462670"/>
          </a:xfrm>
          <a:custGeom>
            <a:avLst/>
            <a:gdLst/>
            <a:ahLst/>
            <a:cxnLst/>
            <a:rect l="l" t="t" r="r" b="b"/>
            <a:pathLst>
              <a:path w="4517613" h="1462670">
                <a:moveTo>
                  <a:pt x="0" y="0"/>
                </a:moveTo>
                <a:lnTo>
                  <a:pt x="4517613" y="0"/>
                </a:lnTo>
                <a:lnTo>
                  <a:pt x="4517613" y="1462670"/>
                </a:lnTo>
                <a:lnTo>
                  <a:pt x="0" y="1462670"/>
                </a:lnTo>
                <a:lnTo>
                  <a:pt x="0" y="0"/>
                </a:lnTo>
                <a:close/>
              </a:path>
            </a:pathLst>
          </a:custGeom>
          <a:solidFill>
            <a:srgbClr val="8B0000"/>
          </a:solidFill>
          <a:ln/>
        </p:spPr>
      </p:sp>
      <p:sp>
        <p:nvSpPr>
          <p:cNvPr id="28" name="Shape 25"/>
          <p:cNvSpPr/>
          <p:nvPr/>
        </p:nvSpPr>
        <p:spPr>
          <a:xfrm>
            <a:off x="7535758" y="5620979"/>
            <a:ext cx="138861" cy="185148"/>
          </a:xfrm>
          <a:custGeom>
            <a:avLst/>
            <a:gdLst/>
            <a:ahLst/>
            <a:cxnLst/>
            <a:rect l="l" t="t" r="r" b="b"/>
            <a:pathLst>
              <a:path w="138861" h="185148">
                <a:moveTo>
                  <a:pt x="105918" y="138861"/>
                </a:moveTo>
                <a:cubicBezTo>
                  <a:pt x="108558" y="130797"/>
                  <a:pt x="113837" y="123492"/>
                  <a:pt x="119804" y="117200"/>
                </a:cubicBezTo>
                <a:cubicBezTo>
                  <a:pt x="131629" y="104761"/>
                  <a:pt x="138861" y="87945"/>
                  <a:pt x="138861" y="69431"/>
                </a:cubicBezTo>
                <a:cubicBezTo>
                  <a:pt x="138861" y="31099"/>
                  <a:pt x="107762" y="0"/>
                  <a:pt x="69431" y="0"/>
                </a:cubicBezTo>
                <a:cubicBezTo>
                  <a:pt x="31099" y="0"/>
                  <a:pt x="0" y="31099"/>
                  <a:pt x="0" y="69431"/>
                </a:cubicBezTo>
                <a:cubicBezTo>
                  <a:pt x="0" y="87945"/>
                  <a:pt x="7232" y="104761"/>
                  <a:pt x="19057" y="117200"/>
                </a:cubicBezTo>
                <a:cubicBezTo>
                  <a:pt x="25024" y="123492"/>
                  <a:pt x="30340" y="130797"/>
                  <a:pt x="32943" y="138861"/>
                </a:cubicBezTo>
                <a:lnTo>
                  <a:pt x="105882" y="138861"/>
                </a:lnTo>
                <a:close/>
                <a:moveTo>
                  <a:pt x="104146" y="156219"/>
                </a:moveTo>
                <a:lnTo>
                  <a:pt x="34715" y="156219"/>
                </a:lnTo>
                <a:lnTo>
                  <a:pt x="34715" y="162005"/>
                </a:lnTo>
                <a:cubicBezTo>
                  <a:pt x="34715" y="177988"/>
                  <a:pt x="47661" y="190934"/>
                  <a:pt x="63645" y="190934"/>
                </a:cubicBezTo>
                <a:lnTo>
                  <a:pt x="75216" y="190934"/>
                </a:lnTo>
                <a:cubicBezTo>
                  <a:pt x="91200" y="190934"/>
                  <a:pt x="104146" y="177988"/>
                  <a:pt x="104146" y="162005"/>
                </a:cubicBezTo>
                <a:lnTo>
                  <a:pt x="104146" y="156219"/>
                </a:lnTo>
                <a:close/>
                <a:moveTo>
                  <a:pt x="66538" y="40501"/>
                </a:moveTo>
                <a:cubicBezTo>
                  <a:pt x="52145" y="40501"/>
                  <a:pt x="40501" y="52145"/>
                  <a:pt x="40501" y="66538"/>
                </a:cubicBezTo>
                <a:cubicBezTo>
                  <a:pt x="40501" y="71347"/>
                  <a:pt x="36632" y="75216"/>
                  <a:pt x="31822" y="75216"/>
                </a:cubicBezTo>
                <a:cubicBezTo>
                  <a:pt x="27013" y="75216"/>
                  <a:pt x="23144" y="71347"/>
                  <a:pt x="23144" y="66538"/>
                </a:cubicBezTo>
                <a:cubicBezTo>
                  <a:pt x="23144" y="42562"/>
                  <a:pt x="42562" y="23144"/>
                  <a:pt x="66538" y="23144"/>
                </a:cubicBezTo>
                <a:cubicBezTo>
                  <a:pt x="71347" y="23144"/>
                  <a:pt x="75216" y="27013"/>
                  <a:pt x="75216" y="31822"/>
                </a:cubicBezTo>
                <a:cubicBezTo>
                  <a:pt x="75216" y="36632"/>
                  <a:pt x="71347" y="40501"/>
                  <a:pt x="66538" y="40501"/>
                </a:cubicBezTo>
                <a:close/>
              </a:path>
            </a:pathLst>
          </a:custGeom>
          <a:solidFill>
            <a:srgbClr val="F9FAFB"/>
          </a:solidFill>
          <a:ln/>
        </p:spPr>
      </p:sp>
      <p:sp>
        <p:nvSpPr>
          <p:cNvPr id="29" name="Text 26"/>
          <p:cNvSpPr/>
          <p:nvPr/>
        </p:nvSpPr>
        <p:spPr>
          <a:xfrm>
            <a:off x="7720906" y="5583950"/>
            <a:ext cx="4008456" cy="259207"/>
          </a:xfrm>
          <a:prstGeom prst="rect">
            <a:avLst/>
          </a:prstGeom>
          <a:noFill/>
          <a:ln/>
        </p:spPr>
        <p:txBody>
          <a:bodyPr wrap="square" lIns="0" tIns="0" rIns="0" bIns="0" rtlCol="0" anchor="ctr"/>
          <a:lstStyle/>
          <a:p>
            <a:pPr>
              <a:lnSpc>
                <a:spcPct val="120000"/>
              </a:lnSpc>
            </a:pPr>
            <a:r>
              <a:rPr lang="en-US" sz="1458" b="1" dirty="0">
                <a:solidFill>
                  <a:srgbClr val="F9FAFB"/>
                </a:solidFill>
                <a:latin typeface="Sorts Mill Goudy" pitchFamily="34" charset="0"/>
                <a:ea typeface="Sorts Mill Goudy" pitchFamily="34" charset="-122"/>
                <a:cs typeface="Sorts Mill Goudy" pitchFamily="34" charset="-120"/>
              </a:rPr>
              <a:t>Strategic Implication</a:t>
            </a:r>
            <a:endParaRPr lang="en-US" sz="1600" dirty="0"/>
          </a:p>
        </p:txBody>
      </p:sp>
      <p:sp>
        <p:nvSpPr>
          <p:cNvPr id="30" name="Text 27"/>
          <p:cNvSpPr/>
          <p:nvPr/>
        </p:nvSpPr>
        <p:spPr>
          <a:xfrm>
            <a:off x="7489471" y="5954246"/>
            <a:ext cx="4221376" cy="722077"/>
          </a:xfrm>
          <a:prstGeom prst="rect">
            <a:avLst/>
          </a:prstGeom>
          <a:noFill/>
          <a:ln/>
        </p:spPr>
        <p:txBody>
          <a:bodyPr wrap="square" lIns="0" tIns="0" rIns="0" bIns="0" rtlCol="0" anchor="ctr"/>
          <a:lstStyle/>
          <a:p>
            <a:pPr>
              <a:lnSpc>
                <a:spcPct val="140000"/>
              </a:lnSpc>
            </a:pPr>
            <a:r>
              <a:rPr lang="en-US" sz="1300" dirty="0">
                <a:solidFill>
                  <a:srgbClr val="F9FAFB"/>
                </a:solidFill>
                <a:latin typeface="Sorts Mill Goudy" pitchFamily="34" charset="0"/>
                <a:ea typeface="Sorts Mill Goudy" pitchFamily="34" charset="-122"/>
                <a:cs typeface="Sorts Mill Goudy" pitchFamily="34" charset="-120"/>
              </a:rPr>
              <a:t>Markets with moderate votes but low competition present </a:t>
            </a:r>
            <a:r>
              <a:rPr lang="en-US" sz="1300" b="1" dirty="0">
                <a:solidFill>
                  <a:srgbClr val="F9FAFB"/>
                </a:solidFill>
                <a:latin typeface="Sorts Mill Goudy" pitchFamily="34" charset="0"/>
                <a:ea typeface="Sorts Mill Goudy" pitchFamily="34" charset="-122"/>
                <a:cs typeface="Sorts Mill Goudy" pitchFamily="34" charset="-120"/>
              </a:rPr>
              <a:t>opportunity for engagement growth</a:t>
            </a:r>
            <a:r>
              <a:rPr lang="en-US" sz="1300" dirty="0">
                <a:solidFill>
                  <a:srgbClr val="F9FAFB"/>
                </a:solidFill>
                <a:latin typeface="Sorts Mill Goudy" pitchFamily="34" charset="0"/>
                <a:ea typeface="Sorts Mill Goudy" pitchFamily="34" charset="-122"/>
                <a:cs typeface="Sorts Mill Goudy" pitchFamily="34" charset="-120"/>
              </a:rPr>
              <a:t> through quality service and customer experience initiatives.</a:t>
            </a:r>
            <a:endParaRPr lang="en-US" sz="13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1000" y="43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3" name="Text 1"/>
          <p:cNvSpPr/>
          <p:nvPr/>
        </p:nvSpPr>
        <p:spPr>
          <a:xfrm>
            <a:off x="530066" y="552450"/>
            <a:ext cx="352425"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08</a:t>
            </a:r>
            <a:endParaRPr lang="en-US" sz="1600" dirty="0"/>
          </a:p>
        </p:txBody>
      </p:sp>
      <p:sp>
        <p:nvSpPr>
          <p:cNvPr id="4" name="Text 2"/>
          <p:cNvSpPr/>
          <p:nvPr/>
        </p:nvSpPr>
        <p:spPr>
          <a:xfrm>
            <a:off x="1066800" y="381000"/>
            <a:ext cx="3248025" cy="190500"/>
          </a:xfrm>
          <a:prstGeom prst="rect">
            <a:avLst/>
          </a:prstGeom>
          <a:noFill/>
          <a:ln/>
        </p:spPr>
        <p:txBody>
          <a:bodyPr wrap="square" lIns="0" tIns="0" rIns="0" bIns="0" rtlCol="0" anchor="ctr"/>
          <a:lstStyle/>
          <a:p>
            <a:pPr>
              <a:lnSpc>
                <a:spcPct val="120000"/>
              </a:lnSpc>
            </a:pPr>
            <a:endParaRPr lang="en-US" sz="1600" dirty="0"/>
          </a:p>
        </p:txBody>
      </p:sp>
      <p:sp>
        <p:nvSpPr>
          <p:cNvPr id="5" name="Text 3"/>
          <p:cNvSpPr/>
          <p:nvPr/>
        </p:nvSpPr>
        <p:spPr>
          <a:xfrm>
            <a:off x="1066800" y="571500"/>
            <a:ext cx="3409950"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Pricing Analysis</a:t>
            </a:r>
            <a:endParaRPr lang="en-US" sz="1600" dirty="0"/>
          </a:p>
        </p:txBody>
      </p:sp>
      <p:sp>
        <p:nvSpPr>
          <p:cNvPr id="6" name="Shape 4"/>
          <p:cNvSpPr/>
          <p:nvPr/>
        </p:nvSpPr>
        <p:spPr>
          <a:xfrm>
            <a:off x="381000" y="11430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8" name="Shape 6"/>
          <p:cNvSpPr/>
          <p:nvPr/>
        </p:nvSpPr>
        <p:spPr>
          <a:xfrm>
            <a:off x="400050" y="1333500"/>
            <a:ext cx="38100" cy="5381625"/>
          </a:xfrm>
          <a:custGeom>
            <a:avLst/>
            <a:gdLst/>
            <a:ahLst/>
            <a:cxnLst/>
            <a:rect l="l" t="t" r="r" b="b"/>
            <a:pathLst>
              <a:path w="38100" h="5381625">
                <a:moveTo>
                  <a:pt x="0" y="0"/>
                </a:moveTo>
                <a:lnTo>
                  <a:pt x="38100" y="0"/>
                </a:lnTo>
                <a:lnTo>
                  <a:pt x="38100" y="5381625"/>
                </a:lnTo>
                <a:lnTo>
                  <a:pt x="0" y="5381625"/>
                </a:lnTo>
                <a:lnTo>
                  <a:pt x="0" y="0"/>
                </a:lnTo>
                <a:close/>
              </a:path>
            </a:pathLst>
          </a:custGeom>
          <a:solidFill>
            <a:srgbClr val="8B0000"/>
          </a:solidFill>
          <a:ln/>
        </p:spPr>
      </p:sp>
      <p:sp>
        <p:nvSpPr>
          <p:cNvPr id="9" name="Shape 7"/>
          <p:cNvSpPr/>
          <p:nvPr/>
        </p:nvSpPr>
        <p:spPr>
          <a:xfrm>
            <a:off x="652463" y="1561979"/>
            <a:ext cx="200025" cy="228600"/>
          </a:xfrm>
          <a:custGeom>
            <a:avLst/>
            <a:gdLst/>
            <a:ahLst/>
            <a:cxnLst/>
            <a:rect l="l" t="t" r="r" b="b"/>
            <a:pathLst>
              <a:path w="200025" h="228600">
                <a:moveTo>
                  <a:pt x="0" y="28575"/>
                </a:moveTo>
                <a:cubicBezTo>
                  <a:pt x="0" y="20672"/>
                  <a:pt x="6385" y="14288"/>
                  <a:pt x="14288" y="14288"/>
                </a:cubicBezTo>
                <a:lnTo>
                  <a:pt x="50006" y="14288"/>
                </a:lnTo>
                <a:cubicBezTo>
                  <a:pt x="85502" y="14288"/>
                  <a:pt x="114300" y="43086"/>
                  <a:pt x="114300" y="78581"/>
                </a:cubicBezTo>
                <a:cubicBezTo>
                  <a:pt x="114300" y="102825"/>
                  <a:pt x="100905" y="123899"/>
                  <a:pt x="81082" y="134883"/>
                </a:cubicBezTo>
                <a:lnTo>
                  <a:pt x="99387" y="195917"/>
                </a:lnTo>
                <a:cubicBezTo>
                  <a:pt x="101664" y="203463"/>
                  <a:pt x="97378" y="211455"/>
                  <a:pt x="89788" y="213687"/>
                </a:cubicBezTo>
                <a:cubicBezTo>
                  <a:pt x="82198" y="215920"/>
                  <a:pt x="74250" y="211678"/>
                  <a:pt x="72018" y="204088"/>
                </a:cubicBezTo>
                <a:lnTo>
                  <a:pt x="53623" y="142786"/>
                </a:lnTo>
                <a:cubicBezTo>
                  <a:pt x="52417" y="142830"/>
                  <a:pt x="51212" y="142875"/>
                  <a:pt x="50006" y="142875"/>
                </a:cubicBezTo>
                <a:lnTo>
                  <a:pt x="28575" y="142875"/>
                </a:lnTo>
                <a:lnTo>
                  <a:pt x="28575" y="200025"/>
                </a:lnTo>
                <a:cubicBezTo>
                  <a:pt x="28575" y="207928"/>
                  <a:pt x="22190" y="214313"/>
                  <a:pt x="14288" y="214313"/>
                </a:cubicBezTo>
                <a:cubicBezTo>
                  <a:pt x="6385" y="214313"/>
                  <a:pt x="0" y="207928"/>
                  <a:pt x="0" y="200025"/>
                </a:cubicBezTo>
                <a:lnTo>
                  <a:pt x="0" y="28575"/>
                </a:lnTo>
                <a:close/>
                <a:moveTo>
                  <a:pt x="28575" y="114300"/>
                </a:moveTo>
                <a:lnTo>
                  <a:pt x="50006" y="114300"/>
                </a:lnTo>
                <a:cubicBezTo>
                  <a:pt x="69741" y="114300"/>
                  <a:pt x="85725" y="98316"/>
                  <a:pt x="85725" y="78581"/>
                </a:cubicBezTo>
                <a:cubicBezTo>
                  <a:pt x="85725" y="58847"/>
                  <a:pt x="69741" y="42863"/>
                  <a:pt x="50006" y="42863"/>
                </a:cubicBezTo>
                <a:lnTo>
                  <a:pt x="28575" y="42863"/>
                </a:lnTo>
                <a:lnTo>
                  <a:pt x="28575" y="114300"/>
                </a:lnTo>
                <a:close/>
                <a:moveTo>
                  <a:pt x="155868" y="100013"/>
                </a:moveTo>
                <a:lnTo>
                  <a:pt x="171450" y="100013"/>
                </a:lnTo>
                <a:cubicBezTo>
                  <a:pt x="179353" y="100013"/>
                  <a:pt x="185738" y="106397"/>
                  <a:pt x="185738" y="114300"/>
                </a:cubicBezTo>
                <a:cubicBezTo>
                  <a:pt x="185738" y="122203"/>
                  <a:pt x="179353" y="128588"/>
                  <a:pt x="171450" y="128588"/>
                </a:cubicBezTo>
                <a:lnTo>
                  <a:pt x="155868" y="128588"/>
                </a:lnTo>
                <a:cubicBezTo>
                  <a:pt x="152653" y="128588"/>
                  <a:pt x="150019" y="131222"/>
                  <a:pt x="150019" y="134436"/>
                </a:cubicBezTo>
                <a:cubicBezTo>
                  <a:pt x="150019" y="136981"/>
                  <a:pt x="151671" y="139214"/>
                  <a:pt x="154082" y="140018"/>
                </a:cubicBezTo>
                <a:lnTo>
                  <a:pt x="176138" y="147117"/>
                </a:lnTo>
                <a:cubicBezTo>
                  <a:pt x="190381" y="151715"/>
                  <a:pt x="200025" y="164931"/>
                  <a:pt x="200025" y="179889"/>
                </a:cubicBezTo>
                <a:cubicBezTo>
                  <a:pt x="200025" y="198909"/>
                  <a:pt x="184621" y="214313"/>
                  <a:pt x="165601" y="214313"/>
                </a:cubicBezTo>
                <a:lnTo>
                  <a:pt x="142875" y="214313"/>
                </a:lnTo>
                <a:cubicBezTo>
                  <a:pt x="134972" y="214313"/>
                  <a:pt x="128588" y="207928"/>
                  <a:pt x="128588" y="200025"/>
                </a:cubicBezTo>
                <a:cubicBezTo>
                  <a:pt x="128588" y="192122"/>
                  <a:pt x="134972" y="185738"/>
                  <a:pt x="142875" y="185738"/>
                </a:cubicBezTo>
                <a:lnTo>
                  <a:pt x="165601" y="185738"/>
                </a:lnTo>
                <a:cubicBezTo>
                  <a:pt x="168816" y="185738"/>
                  <a:pt x="171450" y="183103"/>
                  <a:pt x="171450" y="179889"/>
                </a:cubicBezTo>
                <a:cubicBezTo>
                  <a:pt x="171450" y="177344"/>
                  <a:pt x="169798" y="175111"/>
                  <a:pt x="167387" y="174308"/>
                </a:cubicBezTo>
                <a:lnTo>
                  <a:pt x="145331" y="167208"/>
                </a:lnTo>
                <a:cubicBezTo>
                  <a:pt x="131088" y="162610"/>
                  <a:pt x="121444" y="149394"/>
                  <a:pt x="121444" y="134436"/>
                </a:cubicBezTo>
                <a:cubicBezTo>
                  <a:pt x="121444" y="115416"/>
                  <a:pt x="136847" y="100013"/>
                  <a:pt x="155868" y="100013"/>
                </a:cubicBezTo>
                <a:close/>
              </a:path>
            </a:pathLst>
          </a:custGeom>
          <a:solidFill>
            <a:srgbClr val="8B0000"/>
          </a:solidFill>
          <a:ln/>
        </p:spPr>
      </p:sp>
      <p:sp>
        <p:nvSpPr>
          <p:cNvPr id="10" name="Text 8"/>
          <p:cNvSpPr/>
          <p:nvPr/>
        </p:nvSpPr>
        <p:spPr>
          <a:xfrm>
            <a:off x="895350" y="1524000"/>
            <a:ext cx="618172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Average Cost for Two (INR) by Country</a:t>
            </a:r>
            <a:endParaRPr lang="en-US" sz="1600" dirty="0"/>
          </a:p>
        </p:txBody>
      </p:sp>
      <p:sp>
        <p:nvSpPr>
          <p:cNvPr id="13" name="Shape 10"/>
          <p:cNvSpPr/>
          <p:nvPr/>
        </p:nvSpPr>
        <p:spPr>
          <a:xfrm>
            <a:off x="7487603" y="1539120"/>
            <a:ext cx="257175" cy="228600"/>
          </a:xfrm>
          <a:custGeom>
            <a:avLst/>
            <a:gdLst/>
            <a:ahLst/>
            <a:cxnLst/>
            <a:rect l="l" t="t" r="r" b="b"/>
            <a:pathLst>
              <a:path w="257175" h="228600">
                <a:moveTo>
                  <a:pt x="179130" y="17458"/>
                </a:moveTo>
                <a:lnTo>
                  <a:pt x="245299" y="84564"/>
                </a:lnTo>
                <a:cubicBezTo>
                  <a:pt x="257666" y="97110"/>
                  <a:pt x="257666" y="117202"/>
                  <a:pt x="245299" y="129748"/>
                </a:cubicBezTo>
                <a:lnTo>
                  <a:pt x="175468" y="200427"/>
                </a:lnTo>
                <a:cubicBezTo>
                  <a:pt x="171316" y="204624"/>
                  <a:pt x="164529" y="204668"/>
                  <a:pt x="160333" y="200516"/>
                </a:cubicBezTo>
                <a:cubicBezTo>
                  <a:pt x="156136" y="196364"/>
                  <a:pt x="156091" y="189577"/>
                  <a:pt x="160243" y="185380"/>
                </a:cubicBezTo>
                <a:lnTo>
                  <a:pt x="230073" y="114657"/>
                </a:lnTo>
                <a:cubicBezTo>
                  <a:pt x="234181" y="110505"/>
                  <a:pt x="234181" y="103763"/>
                  <a:pt x="230073" y="99611"/>
                </a:cubicBezTo>
                <a:lnTo>
                  <a:pt x="163860" y="32549"/>
                </a:lnTo>
                <a:cubicBezTo>
                  <a:pt x="159707" y="28352"/>
                  <a:pt x="159752" y="21565"/>
                  <a:pt x="163949" y="17413"/>
                </a:cubicBezTo>
                <a:cubicBezTo>
                  <a:pt x="168146" y="13261"/>
                  <a:pt x="174933" y="13305"/>
                  <a:pt x="179085" y="17502"/>
                </a:cubicBezTo>
                <a:close/>
                <a:moveTo>
                  <a:pt x="14332" y="102468"/>
                </a:moveTo>
                <a:lnTo>
                  <a:pt x="14332" y="42863"/>
                </a:lnTo>
                <a:cubicBezTo>
                  <a:pt x="14332" y="27102"/>
                  <a:pt x="27146" y="14288"/>
                  <a:pt x="42907" y="14288"/>
                </a:cubicBezTo>
                <a:lnTo>
                  <a:pt x="102513" y="14288"/>
                </a:lnTo>
                <a:cubicBezTo>
                  <a:pt x="110103" y="14288"/>
                  <a:pt x="117381" y="17279"/>
                  <a:pt x="122739" y="22637"/>
                </a:cubicBezTo>
                <a:lnTo>
                  <a:pt x="187032" y="86931"/>
                </a:lnTo>
                <a:cubicBezTo>
                  <a:pt x="198194" y="98093"/>
                  <a:pt x="198194" y="116175"/>
                  <a:pt x="187032" y="127337"/>
                </a:cubicBezTo>
                <a:lnTo>
                  <a:pt x="127427" y="186943"/>
                </a:lnTo>
                <a:cubicBezTo>
                  <a:pt x="116265" y="198105"/>
                  <a:pt x="98182" y="198105"/>
                  <a:pt x="87020" y="186943"/>
                </a:cubicBezTo>
                <a:lnTo>
                  <a:pt x="22726" y="122649"/>
                </a:lnTo>
                <a:cubicBezTo>
                  <a:pt x="17368" y="117291"/>
                  <a:pt x="14377" y="110014"/>
                  <a:pt x="14377" y="102424"/>
                </a:cubicBezTo>
                <a:close/>
                <a:moveTo>
                  <a:pt x="78626" y="64294"/>
                </a:moveTo>
                <a:cubicBezTo>
                  <a:pt x="78626" y="56408"/>
                  <a:pt x="72224" y="50006"/>
                  <a:pt x="64338" y="50006"/>
                </a:cubicBezTo>
                <a:cubicBezTo>
                  <a:pt x="56453" y="50006"/>
                  <a:pt x="50051" y="56408"/>
                  <a:pt x="50051" y="64294"/>
                </a:cubicBezTo>
                <a:cubicBezTo>
                  <a:pt x="50051" y="72179"/>
                  <a:pt x="56453" y="78581"/>
                  <a:pt x="64338" y="78581"/>
                </a:cubicBezTo>
                <a:cubicBezTo>
                  <a:pt x="72224" y="78581"/>
                  <a:pt x="78626" y="72179"/>
                  <a:pt x="78626" y="64294"/>
                </a:cubicBezTo>
                <a:close/>
              </a:path>
            </a:pathLst>
          </a:custGeom>
          <a:solidFill>
            <a:srgbClr val="8B0000"/>
          </a:solidFill>
          <a:ln/>
        </p:spPr>
      </p:sp>
      <p:sp>
        <p:nvSpPr>
          <p:cNvPr id="14" name="Text 11"/>
          <p:cNvSpPr/>
          <p:nvPr/>
        </p:nvSpPr>
        <p:spPr>
          <a:xfrm>
            <a:off x="7759065" y="1501141"/>
            <a:ext cx="40005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Market Segmentation</a:t>
            </a:r>
            <a:endParaRPr lang="en-US" sz="1600" dirty="0"/>
          </a:p>
        </p:txBody>
      </p:sp>
      <p:sp>
        <p:nvSpPr>
          <p:cNvPr id="16" name="Text 13"/>
          <p:cNvSpPr/>
          <p:nvPr/>
        </p:nvSpPr>
        <p:spPr>
          <a:xfrm>
            <a:off x="7587615" y="2034420"/>
            <a:ext cx="40290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Premium Markets</a:t>
            </a:r>
          </a:p>
        </p:txBody>
      </p:sp>
      <p:sp>
        <p:nvSpPr>
          <p:cNvPr id="17" name="Text 14"/>
          <p:cNvSpPr/>
          <p:nvPr/>
        </p:nvSpPr>
        <p:spPr>
          <a:xfrm>
            <a:off x="7587615" y="2339220"/>
            <a:ext cx="4019550" cy="2286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Singapore (10,902), Qatar (₹5,527), UK (₹5,795)</a:t>
            </a:r>
          </a:p>
        </p:txBody>
      </p:sp>
      <p:sp>
        <p:nvSpPr>
          <p:cNvPr id="18" name="Text 15"/>
          <p:cNvSpPr/>
          <p:nvPr/>
        </p:nvSpPr>
        <p:spPr>
          <a:xfrm>
            <a:off x="7587615" y="2605920"/>
            <a:ext cx="4010025" cy="190500"/>
          </a:xfrm>
          <a:prstGeom prst="rect">
            <a:avLst/>
          </a:prstGeom>
          <a:noFill/>
          <a:ln/>
        </p:spPr>
        <p:txBody>
          <a:bodyPr wrap="square" lIns="0" tIns="0" rIns="0" bIns="0" rtlCol="0" anchor="ctr"/>
          <a:lstStyle/>
          <a:p>
            <a:pPr>
              <a:lnSpc>
                <a:spcPct val="120000"/>
              </a:lnSpc>
            </a:pPr>
            <a:r>
              <a:rPr lang="en-US" sz="1100" dirty="0">
                <a:solidFill>
                  <a:srgbClr val="1F2937"/>
                </a:solidFill>
                <a:latin typeface="Sorts Mill Goudy" pitchFamily="34" charset="0"/>
              </a:rPr>
              <a:t>High spending capacity, luxury positioning</a:t>
            </a:r>
          </a:p>
        </p:txBody>
      </p:sp>
      <p:sp>
        <p:nvSpPr>
          <p:cNvPr id="20" name="Text 17"/>
          <p:cNvSpPr/>
          <p:nvPr/>
        </p:nvSpPr>
        <p:spPr>
          <a:xfrm>
            <a:off x="7587615" y="3101220"/>
            <a:ext cx="40290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Mid-Range Markets</a:t>
            </a:r>
          </a:p>
        </p:txBody>
      </p:sp>
      <p:sp>
        <p:nvSpPr>
          <p:cNvPr id="21" name="Text 18"/>
          <p:cNvSpPr/>
          <p:nvPr/>
        </p:nvSpPr>
        <p:spPr>
          <a:xfrm>
            <a:off x="7587615" y="3406020"/>
            <a:ext cx="4019550" cy="2286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Canada (₹2,382), USA (₹2,354), </a:t>
            </a:r>
          </a:p>
        </p:txBody>
      </p:sp>
      <p:sp>
        <p:nvSpPr>
          <p:cNvPr id="22" name="Text 19"/>
          <p:cNvSpPr/>
          <p:nvPr/>
        </p:nvSpPr>
        <p:spPr>
          <a:xfrm>
            <a:off x="7587615" y="3672720"/>
            <a:ext cx="4010025" cy="190500"/>
          </a:xfrm>
          <a:prstGeom prst="rect">
            <a:avLst/>
          </a:prstGeom>
          <a:noFill/>
          <a:ln/>
        </p:spPr>
        <p:txBody>
          <a:bodyPr wrap="square" lIns="0" tIns="0" rIns="0" bIns="0" rtlCol="0" anchor="ctr"/>
          <a:lstStyle/>
          <a:p>
            <a:pPr>
              <a:lnSpc>
                <a:spcPct val="120000"/>
              </a:lnSpc>
            </a:pPr>
            <a:r>
              <a:rPr lang="en-US" sz="1100" dirty="0">
                <a:solidFill>
                  <a:srgbClr val="1F2937"/>
                </a:solidFill>
                <a:latin typeface="Sorts Mill Goudy" pitchFamily="34" charset="0"/>
              </a:rPr>
              <a:t>Balanced affordability and quality</a:t>
            </a:r>
          </a:p>
        </p:txBody>
      </p:sp>
      <p:sp>
        <p:nvSpPr>
          <p:cNvPr id="24" name="Text 21"/>
          <p:cNvSpPr/>
          <p:nvPr/>
        </p:nvSpPr>
        <p:spPr>
          <a:xfrm>
            <a:off x="7587615" y="4168020"/>
            <a:ext cx="40290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Value Markets</a:t>
            </a:r>
          </a:p>
        </p:txBody>
      </p:sp>
      <p:sp>
        <p:nvSpPr>
          <p:cNvPr id="25" name="Text 22"/>
          <p:cNvSpPr/>
          <p:nvPr/>
        </p:nvSpPr>
        <p:spPr>
          <a:xfrm>
            <a:off x="7587615" y="4472820"/>
            <a:ext cx="4019550" cy="2286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India (₹1,234), Australia (₹1,455), </a:t>
            </a:r>
          </a:p>
        </p:txBody>
      </p:sp>
      <p:sp>
        <p:nvSpPr>
          <p:cNvPr id="26" name="Text 23"/>
          <p:cNvSpPr/>
          <p:nvPr/>
        </p:nvSpPr>
        <p:spPr>
          <a:xfrm>
            <a:off x="7587615" y="4739520"/>
            <a:ext cx="4010025" cy="190500"/>
          </a:xfrm>
          <a:prstGeom prst="rect">
            <a:avLst/>
          </a:prstGeom>
          <a:noFill/>
          <a:ln/>
        </p:spPr>
        <p:txBody>
          <a:bodyPr wrap="square" lIns="0" tIns="0" rIns="0" bIns="0" rtlCol="0" anchor="ctr"/>
          <a:lstStyle/>
          <a:p>
            <a:pPr>
              <a:lnSpc>
                <a:spcPct val="120000"/>
              </a:lnSpc>
            </a:pPr>
            <a:r>
              <a:rPr lang="en-US" sz="1100" dirty="0">
                <a:solidFill>
                  <a:srgbClr val="1F2937"/>
                </a:solidFill>
                <a:latin typeface="Sorts Mill Goudy" pitchFamily="34" charset="0"/>
              </a:rPr>
              <a:t>Price-sensitive, volume-driven</a:t>
            </a:r>
          </a:p>
        </p:txBody>
      </p:sp>
      <p:sp>
        <p:nvSpPr>
          <p:cNvPr id="27" name="Shape 24"/>
          <p:cNvSpPr/>
          <p:nvPr/>
        </p:nvSpPr>
        <p:spPr>
          <a:xfrm>
            <a:off x="7443787" y="5318880"/>
            <a:ext cx="4505325" cy="1390650"/>
          </a:xfrm>
          <a:custGeom>
            <a:avLst/>
            <a:gdLst/>
            <a:ahLst/>
            <a:cxnLst/>
            <a:rect l="l" t="t" r="r" b="b"/>
            <a:pathLst>
              <a:path w="4505325" h="1390650">
                <a:moveTo>
                  <a:pt x="0" y="0"/>
                </a:moveTo>
                <a:lnTo>
                  <a:pt x="4505325" y="0"/>
                </a:lnTo>
                <a:lnTo>
                  <a:pt x="4505325" y="1390650"/>
                </a:lnTo>
                <a:lnTo>
                  <a:pt x="0" y="1390650"/>
                </a:lnTo>
                <a:lnTo>
                  <a:pt x="0" y="0"/>
                </a:lnTo>
                <a:close/>
              </a:path>
            </a:pathLst>
          </a:custGeom>
          <a:solidFill>
            <a:srgbClr val="8B0000"/>
          </a:solidFill>
          <a:ln/>
        </p:spPr>
      </p:sp>
      <p:sp>
        <p:nvSpPr>
          <p:cNvPr id="28" name="Shape 25"/>
          <p:cNvSpPr/>
          <p:nvPr/>
        </p:nvSpPr>
        <p:spPr>
          <a:xfrm>
            <a:off x="7481887" y="5516761"/>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9FAFB"/>
          </a:solidFill>
          <a:ln/>
        </p:spPr>
      </p:sp>
      <p:sp>
        <p:nvSpPr>
          <p:cNvPr id="29" name="Text 26"/>
          <p:cNvSpPr/>
          <p:nvPr/>
        </p:nvSpPr>
        <p:spPr>
          <a:xfrm>
            <a:off x="7696200" y="5478661"/>
            <a:ext cx="4057650" cy="266700"/>
          </a:xfrm>
          <a:prstGeom prst="rect">
            <a:avLst/>
          </a:prstGeom>
          <a:noFill/>
          <a:ln/>
        </p:spPr>
        <p:txBody>
          <a:bodyPr wrap="square" lIns="0" tIns="0" rIns="0" bIns="0" rtlCol="0" anchor="ctr"/>
          <a:lstStyle/>
          <a:p>
            <a:pP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Key Insight</a:t>
            </a:r>
            <a:endParaRPr lang="en-US" sz="1600" dirty="0"/>
          </a:p>
        </p:txBody>
      </p:sp>
      <p:sp>
        <p:nvSpPr>
          <p:cNvPr id="30" name="Text 27"/>
          <p:cNvSpPr/>
          <p:nvPr/>
        </p:nvSpPr>
        <p:spPr>
          <a:xfrm>
            <a:off x="7672387" y="5814059"/>
            <a:ext cx="4276725" cy="742950"/>
          </a:xfrm>
          <a:prstGeom prst="rect">
            <a:avLst/>
          </a:prstGeom>
          <a:noFill/>
          <a:ln/>
        </p:spPr>
        <p:txBody>
          <a:bodyPr wrap="square" lIns="0" tIns="0" rIns="0" bIns="0" rtlCol="0" anchor="ctr"/>
          <a:lstStyle/>
          <a:p>
            <a:pPr>
              <a:lnSpc>
                <a:spcPct val="140000"/>
              </a:lnSpc>
            </a:pPr>
            <a:r>
              <a:rPr lang="en-US" sz="1300" dirty="0">
                <a:solidFill>
                  <a:srgbClr val="F9FAFB"/>
                </a:solidFill>
                <a:latin typeface="Sorts Mill Goudy" pitchFamily="34" charset="0"/>
                <a:ea typeface="Sorts Mill Goudy" pitchFamily="34" charset="-122"/>
                <a:cs typeface="Sorts Mill Goudy" pitchFamily="34" charset="-120"/>
              </a:rPr>
              <a:t>Currency conversion to INR enables standardized cost comparison across markets, revealing significant pricing disparities.</a:t>
            </a:r>
            <a:endParaRPr lang="en-US" sz="1300" dirty="0"/>
          </a:p>
        </p:txBody>
      </p:sp>
      <p:pic>
        <p:nvPicPr>
          <p:cNvPr id="34" name="Picture 33">
            <a:extLst>
              <a:ext uri="{FF2B5EF4-FFF2-40B4-BE49-F238E27FC236}">
                <a16:creationId xmlns:a16="http://schemas.microsoft.com/office/drawing/2014/main" id="{464A614A-6278-5C6D-68D0-E631979B574D}"/>
              </a:ext>
            </a:extLst>
          </p:cNvPr>
          <p:cNvPicPr>
            <a:picLocks noChangeAspect="1"/>
          </p:cNvPicPr>
          <p:nvPr/>
        </p:nvPicPr>
        <p:blipFill>
          <a:blip r:embed="rId3"/>
          <a:stretch>
            <a:fillRect/>
          </a:stretch>
        </p:blipFill>
        <p:spPr>
          <a:xfrm>
            <a:off x="476250" y="2095676"/>
            <a:ext cx="6524625" cy="4411387"/>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1000" y="43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3" name="Text 1"/>
          <p:cNvSpPr/>
          <p:nvPr/>
        </p:nvSpPr>
        <p:spPr>
          <a:xfrm>
            <a:off x="531614" y="552450"/>
            <a:ext cx="342900"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09</a:t>
            </a:r>
            <a:endParaRPr lang="en-US" sz="1600" dirty="0"/>
          </a:p>
        </p:txBody>
      </p:sp>
      <p:sp>
        <p:nvSpPr>
          <p:cNvPr id="4" name="Text 2"/>
          <p:cNvSpPr/>
          <p:nvPr/>
        </p:nvSpPr>
        <p:spPr>
          <a:xfrm>
            <a:off x="1066800" y="381000"/>
            <a:ext cx="4476750" cy="190500"/>
          </a:xfrm>
          <a:prstGeom prst="rect">
            <a:avLst/>
          </a:prstGeom>
          <a:noFill/>
          <a:ln/>
        </p:spPr>
        <p:txBody>
          <a:bodyPr wrap="square" lIns="0" tIns="0" rIns="0" bIns="0" rtlCol="0" anchor="ctr"/>
          <a:lstStyle/>
          <a:p>
            <a:pPr>
              <a:lnSpc>
                <a:spcPct val="120000"/>
              </a:lnSpc>
            </a:pPr>
            <a:endParaRPr lang="en-US" sz="1600" dirty="0"/>
          </a:p>
        </p:txBody>
      </p:sp>
      <p:sp>
        <p:nvSpPr>
          <p:cNvPr id="5" name="Text 3"/>
          <p:cNvSpPr/>
          <p:nvPr/>
        </p:nvSpPr>
        <p:spPr>
          <a:xfrm>
            <a:off x="1066800" y="571500"/>
            <a:ext cx="4638675"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Customer Satisfaction</a:t>
            </a:r>
            <a:endParaRPr lang="en-US" sz="1600" dirty="0"/>
          </a:p>
        </p:txBody>
      </p:sp>
      <p:sp>
        <p:nvSpPr>
          <p:cNvPr id="6" name="Shape 4"/>
          <p:cNvSpPr/>
          <p:nvPr/>
        </p:nvSpPr>
        <p:spPr>
          <a:xfrm>
            <a:off x="381000" y="11430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8" name="Shape 6"/>
          <p:cNvSpPr/>
          <p:nvPr/>
        </p:nvSpPr>
        <p:spPr>
          <a:xfrm>
            <a:off x="400050" y="1333500"/>
            <a:ext cx="38100" cy="5381625"/>
          </a:xfrm>
          <a:custGeom>
            <a:avLst/>
            <a:gdLst/>
            <a:ahLst/>
            <a:cxnLst/>
            <a:rect l="l" t="t" r="r" b="b"/>
            <a:pathLst>
              <a:path w="38100" h="5381625">
                <a:moveTo>
                  <a:pt x="0" y="0"/>
                </a:moveTo>
                <a:lnTo>
                  <a:pt x="38100" y="0"/>
                </a:lnTo>
                <a:lnTo>
                  <a:pt x="38100" y="5381625"/>
                </a:lnTo>
                <a:lnTo>
                  <a:pt x="0" y="5381625"/>
                </a:lnTo>
                <a:lnTo>
                  <a:pt x="0" y="0"/>
                </a:lnTo>
                <a:close/>
              </a:path>
            </a:pathLst>
          </a:custGeom>
          <a:solidFill>
            <a:srgbClr val="8B0000"/>
          </a:solidFill>
          <a:ln/>
        </p:spPr>
      </p:sp>
      <p:sp>
        <p:nvSpPr>
          <p:cNvPr id="9" name="Shape 7"/>
          <p:cNvSpPr/>
          <p:nvPr/>
        </p:nvSpPr>
        <p:spPr>
          <a:xfrm>
            <a:off x="623888" y="1561979"/>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8B0000"/>
          </a:solidFill>
          <a:ln/>
        </p:spPr>
      </p:sp>
      <p:sp>
        <p:nvSpPr>
          <p:cNvPr id="10" name="Text 8"/>
          <p:cNvSpPr/>
          <p:nvPr/>
        </p:nvSpPr>
        <p:spPr>
          <a:xfrm>
            <a:off x="895350" y="1524000"/>
            <a:ext cx="618172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Rating Distribution Across Countries</a:t>
            </a:r>
            <a:endParaRPr lang="en-US" sz="1600" dirty="0"/>
          </a:p>
        </p:txBody>
      </p:sp>
      <p:sp>
        <p:nvSpPr>
          <p:cNvPr id="13" name="Shape 10"/>
          <p:cNvSpPr/>
          <p:nvPr/>
        </p:nvSpPr>
        <p:spPr>
          <a:xfrm>
            <a:off x="7672387" y="1268652"/>
            <a:ext cx="200025" cy="228600"/>
          </a:xfrm>
          <a:custGeom>
            <a:avLst/>
            <a:gdLst/>
            <a:ahLst/>
            <a:cxnLst/>
            <a:rect l="l" t="t" r="r" b="b"/>
            <a:pathLst>
              <a:path w="200025" h="228600">
                <a:moveTo>
                  <a:pt x="109791" y="-11564"/>
                </a:moveTo>
                <a:cubicBezTo>
                  <a:pt x="103808" y="-15225"/>
                  <a:pt x="96262" y="-15225"/>
                  <a:pt x="90279" y="-11564"/>
                </a:cubicBezTo>
                <a:cubicBezTo>
                  <a:pt x="79385" y="-4911"/>
                  <a:pt x="72643" y="-3125"/>
                  <a:pt x="59874" y="-3393"/>
                </a:cubicBezTo>
                <a:cubicBezTo>
                  <a:pt x="52864" y="-3572"/>
                  <a:pt x="46345" y="223"/>
                  <a:pt x="42952" y="6385"/>
                </a:cubicBezTo>
                <a:cubicBezTo>
                  <a:pt x="36835" y="17591"/>
                  <a:pt x="31879" y="22547"/>
                  <a:pt x="20672" y="28664"/>
                </a:cubicBezTo>
                <a:cubicBezTo>
                  <a:pt x="14511" y="32013"/>
                  <a:pt x="10760" y="38576"/>
                  <a:pt x="10894" y="45586"/>
                </a:cubicBezTo>
                <a:cubicBezTo>
                  <a:pt x="11207" y="58356"/>
                  <a:pt x="9376" y="65097"/>
                  <a:pt x="2724" y="75992"/>
                </a:cubicBezTo>
                <a:cubicBezTo>
                  <a:pt x="-938" y="81975"/>
                  <a:pt x="-938" y="89520"/>
                  <a:pt x="2724" y="95503"/>
                </a:cubicBezTo>
                <a:cubicBezTo>
                  <a:pt x="9376" y="106397"/>
                  <a:pt x="11162" y="113139"/>
                  <a:pt x="10894" y="125909"/>
                </a:cubicBezTo>
                <a:cubicBezTo>
                  <a:pt x="10716" y="132918"/>
                  <a:pt x="14511" y="139437"/>
                  <a:pt x="20672" y="142830"/>
                </a:cubicBezTo>
                <a:cubicBezTo>
                  <a:pt x="30540" y="148233"/>
                  <a:pt x="35540" y="152698"/>
                  <a:pt x="40809" y="161359"/>
                </a:cubicBezTo>
                <a:lnTo>
                  <a:pt x="19065" y="204713"/>
                </a:lnTo>
                <a:cubicBezTo>
                  <a:pt x="16431" y="210026"/>
                  <a:pt x="18574" y="216456"/>
                  <a:pt x="23842" y="219090"/>
                </a:cubicBezTo>
                <a:lnTo>
                  <a:pt x="62240" y="238289"/>
                </a:lnTo>
                <a:cubicBezTo>
                  <a:pt x="67374" y="240834"/>
                  <a:pt x="73625" y="238914"/>
                  <a:pt x="76393" y="233913"/>
                </a:cubicBezTo>
                <a:lnTo>
                  <a:pt x="99968" y="191453"/>
                </a:lnTo>
                <a:lnTo>
                  <a:pt x="123542" y="233913"/>
                </a:lnTo>
                <a:cubicBezTo>
                  <a:pt x="126310" y="238914"/>
                  <a:pt x="132561" y="240878"/>
                  <a:pt x="137696" y="238289"/>
                </a:cubicBezTo>
                <a:lnTo>
                  <a:pt x="176093" y="219090"/>
                </a:lnTo>
                <a:cubicBezTo>
                  <a:pt x="181407" y="216456"/>
                  <a:pt x="183550" y="210026"/>
                  <a:pt x="180871" y="204713"/>
                </a:cubicBezTo>
                <a:lnTo>
                  <a:pt x="159172" y="161315"/>
                </a:lnTo>
                <a:cubicBezTo>
                  <a:pt x="164396" y="152653"/>
                  <a:pt x="169441" y="148188"/>
                  <a:pt x="179308" y="142786"/>
                </a:cubicBezTo>
                <a:cubicBezTo>
                  <a:pt x="185470" y="139437"/>
                  <a:pt x="189220" y="132874"/>
                  <a:pt x="189086" y="125864"/>
                </a:cubicBezTo>
                <a:cubicBezTo>
                  <a:pt x="188774" y="113094"/>
                  <a:pt x="190604" y="106353"/>
                  <a:pt x="197257" y="95458"/>
                </a:cubicBezTo>
                <a:cubicBezTo>
                  <a:pt x="200918" y="89475"/>
                  <a:pt x="200918" y="81930"/>
                  <a:pt x="197257" y="75947"/>
                </a:cubicBezTo>
                <a:cubicBezTo>
                  <a:pt x="190604" y="65053"/>
                  <a:pt x="188818" y="58311"/>
                  <a:pt x="189086" y="45541"/>
                </a:cubicBezTo>
                <a:cubicBezTo>
                  <a:pt x="189265" y="38532"/>
                  <a:pt x="185470" y="32013"/>
                  <a:pt x="179308" y="28620"/>
                </a:cubicBezTo>
                <a:cubicBezTo>
                  <a:pt x="168101" y="22503"/>
                  <a:pt x="163145" y="17547"/>
                  <a:pt x="157029" y="6340"/>
                </a:cubicBezTo>
                <a:cubicBezTo>
                  <a:pt x="153680" y="179"/>
                  <a:pt x="147117" y="-3572"/>
                  <a:pt x="140107" y="-3438"/>
                </a:cubicBezTo>
                <a:cubicBezTo>
                  <a:pt x="127337" y="-3125"/>
                  <a:pt x="120595" y="-4956"/>
                  <a:pt x="109701" y="-11609"/>
                </a:cubicBezTo>
                <a:close/>
                <a:moveTo>
                  <a:pt x="100013" y="42863"/>
                </a:moveTo>
                <a:cubicBezTo>
                  <a:pt x="123669" y="42863"/>
                  <a:pt x="142875" y="62069"/>
                  <a:pt x="142875" y="85725"/>
                </a:cubicBezTo>
                <a:cubicBezTo>
                  <a:pt x="142875" y="109381"/>
                  <a:pt x="123669" y="128588"/>
                  <a:pt x="100013" y="128588"/>
                </a:cubicBezTo>
                <a:cubicBezTo>
                  <a:pt x="76356" y="128588"/>
                  <a:pt x="57150" y="109381"/>
                  <a:pt x="57150" y="85725"/>
                </a:cubicBezTo>
                <a:cubicBezTo>
                  <a:pt x="57150" y="62069"/>
                  <a:pt x="76356" y="42863"/>
                  <a:pt x="100012" y="42863"/>
                </a:cubicBezTo>
                <a:close/>
              </a:path>
            </a:pathLst>
          </a:custGeom>
          <a:solidFill>
            <a:srgbClr val="8B0000"/>
          </a:solidFill>
          <a:ln/>
        </p:spPr>
      </p:sp>
      <p:sp>
        <p:nvSpPr>
          <p:cNvPr id="14" name="Text 11"/>
          <p:cNvSpPr/>
          <p:nvPr/>
        </p:nvSpPr>
        <p:spPr>
          <a:xfrm>
            <a:off x="7987781" y="1230552"/>
            <a:ext cx="40005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Rating Analysis</a:t>
            </a:r>
            <a:endParaRPr lang="en-US" sz="1600" dirty="0"/>
          </a:p>
        </p:txBody>
      </p:sp>
      <p:sp>
        <p:nvSpPr>
          <p:cNvPr id="16" name="Shape 13"/>
          <p:cNvSpPr/>
          <p:nvPr/>
        </p:nvSpPr>
        <p:spPr>
          <a:xfrm>
            <a:off x="7492365" y="1920120"/>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17" name="Text 14"/>
          <p:cNvSpPr/>
          <p:nvPr/>
        </p:nvSpPr>
        <p:spPr>
          <a:xfrm>
            <a:off x="7662862" y="2680898"/>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High-Quality Markets</a:t>
            </a:r>
          </a:p>
        </p:txBody>
      </p:sp>
      <p:sp>
        <p:nvSpPr>
          <p:cNvPr id="18" name="Text 15"/>
          <p:cNvSpPr/>
          <p:nvPr/>
        </p:nvSpPr>
        <p:spPr>
          <a:xfrm>
            <a:off x="7662862" y="2974049"/>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Philippines (4.47 avg), Turkey (4.30), Indonesia (4.30) show strong service quality</a:t>
            </a:r>
          </a:p>
        </p:txBody>
      </p:sp>
      <p:sp>
        <p:nvSpPr>
          <p:cNvPr id="20" name="Shape 17"/>
          <p:cNvSpPr/>
          <p:nvPr/>
        </p:nvSpPr>
        <p:spPr>
          <a:xfrm>
            <a:off x="7492365" y="2986925"/>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21" name="Text 18"/>
          <p:cNvSpPr/>
          <p:nvPr/>
        </p:nvSpPr>
        <p:spPr>
          <a:xfrm>
            <a:off x="7662862" y="3558225"/>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Growth Opportunity</a:t>
            </a:r>
          </a:p>
        </p:txBody>
      </p:sp>
      <p:sp>
        <p:nvSpPr>
          <p:cNvPr id="22" name="Text 19"/>
          <p:cNvSpPr/>
          <p:nvPr/>
        </p:nvSpPr>
        <p:spPr>
          <a:xfrm>
            <a:off x="7672387" y="3863025"/>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Australia, Canada, Singapore, Brazil And Sri Lanka offer room for quality differentiation</a:t>
            </a:r>
          </a:p>
        </p:txBody>
      </p:sp>
      <p:sp>
        <p:nvSpPr>
          <p:cNvPr id="24" name="Shape 21"/>
          <p:cNvSpPr/>
          <p:nvPr/>
        </p:nvSpPr>
        <p:spPr>
          <a:xfrm>
            <a:off x="7492365" y="4053725"/>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25" name="Text 22"/>
          <p:cNvSpPr/>
          <p:nvPr/>
        </p:nvSpPr>
        <p:spPr>
          <a:xfrm>
            <a:off x="7672387" y="4465207"/>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Rating Brackets</a:t>
            </a:r>
          </a:p>
        </p:txBody>
      </p:sp>
      <p:sp>
        <p:nvSpPr>
          <p:cNvPr id="26" name="Text 23"/>
          <p:cNvSpPr/>
          <p:nvPr/>
        </p:nvSpPr>
        <p:spPr>
          <a:xfrm>
            <a:off x="7672387" y="4739525"/>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Majority of the restaurants cluster in 4-5 range, indicating above standard service levels</a:t>
            </a:r>
          </a:p>
        </p:txBody>
      </p:sp>
      <p:sp>
        <p:nvSpPr>
          <p:cNvPr id="27" name="Shape 24"/>
          <p:cNvSpPr/>
          <p:nvPr/>
        </p:nvSpPr>
        <p:spPr>
          <a:xfrm>
            <a:off x="7305675" y="5326261"/>
            <a:ext cx="4505325" cy="1390650"/>
          </a:xfrm>
          <a:custGeom>
            <a:avLst/>
            <a:gdLst/>
            <a:ahLst/>
            <a:cxnLst/>
            <a:rect l="l" t="t" r="r" b="b"/>
            <a:pathLst>
              <a:path w="4505325" h="1390650">
                <a:moveTo>
                  <a:pt x="0" y="0"/>
                </a:moveTo>
                <a:lnTo>
                  <a:pt x="4505325" y="0"/>
                </a:lnTo>
                <a:lnTo>
                  <a:pt x="4505325" y="1390650"/>
                </a:lnTo>
                <a:lnTo>
                  <a:pt x="0" y="1390650"/>
                </a:lnTo>
                <a:lnTo>
                  <a:pt x="0" y="0"/>
                </a:lnTo>
                <a:close/>
              </a:path>
            </a:pathLst>
          </a:custGeom>
          <a:solidFill>
            <a:srgbClr val="8B0000"/>
          </a:solidFill>
          <a:ln/>
        </p:spPr>
      </p:sp>
      <p:sp>
        <p:nvSpPr>
          <p:cNvPr id="28" name="Shape 25"/>
          <p:cNvSpPr/>
          <p:nvPr/>
        </p:nvSpPr>
        <p:spPr>
          <a:xfrm>
            <a:off x="7481887" y="5516761"/>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F9FAFB"/>
          </a:solidFill>
          <a:ln/>
        </p:spPr>
      </p:sp>
      <p:sp>
        <p:nvSpPr>
          <p:cNvPr id="29" name="Text 26"/>
          <p:cNvSpPr/>
          <p:nvPr/>
        </p:nvSpPr>
        <p:spPr>
          <a:xfrm>
            <a:off x="7696200" y="5478661"/>
            <a:ext cx="4057650" cy="266700"/>
          </a:xfrm>
          <a:prstGeom prst="rect">
            <a:avLst/>
          </a:prstGeom>
          <a:noFill/>
          <a:ln/>
        </p:spPr>
        <p:txBody>
          <a:bodyPr wrap="square" lIns="0" tIns="0" rIns="0" bIns="0" rtlCol="0" anchor="ctr"/>
          <a:lstStyle/>
          <a:p>
            <a:pP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Strategic Opportunity</a:t>
            </a:r>
            <a:endParaRPr lang="en-US" sz="1600" dirty="0"/>
          </a:p>
        </p:txBody>
      </p:sp>
      <p:sp>
        <p:nvSpPr>
          <p:cNvPr id="30" name="Text 27"/>
          <p:cNvSpPr/>
          <p:nvPr/>
        </p:nvSpPr>
        <p:spPr>
          <a:xfrm>
            <a:off x="7458075" y="5821561"/>
            <a:ext cx="4276725" cy="742950"/>
          </a:xfrm>
          <a:prstGeom prst="rect">
            <a:avLst/>
          </a:prstGeom>
          <a:noFill/>
          <a:ln/>
        </p:spPr>
        <p:txBody>
          <a:bodyPr wrap="square" lIns="0" tIns="0" rIns="0" bIns="0" rtlCol="0" anchor="ctr"/>
          <a:lstStyle/>
          <a:p>
            <a:pPr>
              <a:lnSpc>
                <a:spcPct val="140000"/>
              </a:lnSpc>
            </a:pPr>
            <a:r>
              <a:rPr lang="en-US" sz="1200" dirty="0">
                <a:solidFill>
                  <a:srgbClr val="F9FAFB"/>
                </a:solidFill>
                <a:latin typeface="Sorts Mill Goudy" pitchFamily="34" charset="0"/>
                <a:ea typeface="Sorts Mill Goudy" pitchFamily="34" charset="-122"/>
                <a:cs typeface="Sorts Mill Goudy" pitchFamily="34" charset="-120"/>
              </a:rPr>
              <a:t>Low-rating, low-competition countries offer </a:t>
            </a:r>
            <a:r>
              <a:rPr lang="en-US" sz="1200" b="1" dirty="0">
                <a:solidFill>
                  <a:srgbClr val="F9FAFB"/>
                </a:solidFill>
                <a:latin typeface="Sorts Mill Goudy" pitchFamily="34" charset="0"/>
                <a:ea typeface="Sorts Mill Goudy" pitchFamily="34" charset="-122"/>
                <a:cs typeface="Sorts Mill Goudy" pitchFamily="34" charset="-120"/>
              </a:rPr>
              <a:t>strong entry opportunities</a:t>
            </a:r>
            <a:r>
              <a:rPr lang="en-US" sz="1200" dirty="0">
                <a:solidFill>
                  <a:srgbClr val="F9FAFB"/>
                </a:solidFill>
                <a:latin typeface="Sorts Mill Goudy" pitchFamily="34" charset="0"/>
                <a:ea typeface="Sorts Mill Goudy" pitchFamily="34" charset="-122"/>
                <a:cs typeface="Sorts Mill Goudy" pitchFamily="34" charset="-120"/>
              </a:rPr>
              <a:t>. Better quality and service can help capture these markets quickly.</a:t>
            </a:r>
            <a:endParaRPr lang="en-US" sz="1600" dirty="0"/>
          </a:p>
        </p:txBody>
      </p:sp>
      <p:pic>
        <p:nvPicPr>
          <p:cNvPr id="33" name="Picture 32">
            <a:extLst>
              <a:ext uri="{FF2B5EF4-FFF2-40B4-BE49-F238E27FC236}">
                <a16:creationId xmlns:a16="http://schemas.microsoft.com/office/drawing/2014/main" id="{FC4055F2-EFC4-EDED-3C14-8F3A87E69B8C}"/>
              </a:ext>
            </a:extLst>
          </p:cNvPr>
          <p:cNvPicPr>
            <a:picLocks noChangeAspect="1"/>
          </p:cNvPicPr>
          <p:nvPr/>
        </p:nvPicPr>
        <p:blipFill>
          <a:blip r:embed="rId3"/>
          <a:stretch>
            <a:fillRect/>
          </a:stretch>
        </p:blipFill>
        <p:spPr>
          <a:xfrm>
            <a:off x="518278" y="2727230"/>
            <a:ext cx="6692147" cy="3018131"/>
          </a:xfrm>
          <a:prstGeom prst="rect">
            <a:avLst/>
          </a:prstGeom>
        </p:spPr>
      </p:pic>
      <p:sp>
        <p:nvSpPr>
          <p:cNvPr id="35" name="TextBox 34">
            <a:extLst>
              <a:ext uri="{FF2B5EF4-FFF2-40B4-BE49-F238E27FC236}">
                <a16:creationId xmlns:a16="http://schemas.microsoft.com/office/drawing/2014/main" id="{C8D743B2-224B-7EF8-9D1C-638485F2D6DF}"/>
              </a:ext>
            </a:extLst>
          </p:cNvPr>
          <p:cNvSpPr txBox="1"/>
          <p:nvPr/>
        </p:nvSpPr>
        <p:spPr>
          <a:xfrm>
            <a:off x="7575193" y="2115852"/>
            <a:ext cx="4156787" cy="492443"/>
          </a:xfrm>
          <a:prstGeom prst="rect">
            <a:avLst/>
          </a:prstGeom>
          <a:noFill/>
        </p:spPr>
        <p:txBody>
          <a:bodyPr wrap="square">
            <a:spAutoFit/>
          </a:bodyPr>
          <a:lstStyle/>
          <a:p>
            <a:r>
              <a:rPr lang="en-IN" sz="1300" dirty="0">
                <a:solidFill>
                  <a:srgbClr val="1F2937"/>
                </a:solidFill>
                <a:latin typeface="Sorts Mill Goudy" pitchFamily="34" charset="0"/>
              </a:rPr>
              <a:t>India has lowest average ratings, since it has large no. of restaurants it leads to saturation.</a:t>
            </a:r>
          </a:p>
        </p:txBody>
      </p:sp>
      <p:sp>
        <p:nvSpPr>
          <p:cNvPr id="36" name="Text 14">
            <a:extLst>
              <a:ext uri="{FF2B5EF4-FFF2-40B4-BE49-F238E27FC236}">
                <a16:creationId xmlns:a16="http://schemas.microsoft.com/office/drawing/2014/main" id="{ED2093C2-518E-370E-4ED4-69E7AD873C09}"/>
              </a:ext>
            </a:extLst>
          </p:cNvPr>
          <p:cNvSpPr/>
          <p:nvPr/>
        </p:nvSpPr>
        <p:spPr>
          <a:xfrm>
            <a:off x="7672387" y="1812851"/>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Low-Quality Market</a:t>
            </a:r>
          </a:p>
        </p:txBody>
      </p:sp>
      <p:sp>
        <p:nvSpPr>
          <p:cNvPr id="37" name="Shape 4">
            <a:extLst>
              <a:ext uri="{FF2B5EF4-FFF2-40B4-BE49-F238E27FC236}">
                <a16:creationId xmlns:a16="http://schemas.microsoft.com/office/drawing/2014/main" id="{AB69F08B-C735-4A6B-5230-0158BF272006}"/>
              </a:ext>
            </a:extLst>
          </p:cNvPr>
          <p:cNvSpPr/>
          <p:nvPr/>
        </p:nvSpPr>
        <p:spPr>
          <a:xfrm>
            <a:off x="7662862" y="1565051"/>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1000" y="43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3" name="Text 1"/>
          <p:cNvSpPr/>
          <p:nvPr/>
        </p:nvSpPr>
        <p:spPr>
          <a:xfrm>
            <a:off x="548283" y="552450"/>
            <a:ext cx="314325"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10</a:t>
            </a:r>
            <a:endParaRPr lang="en-US" sz="1600" dirty="0"/>
          </a:p>
        </p:txBody>
      </p:sp>
      <p:sp>
        <p:nvSpPr>
          <p:cNvPr id="4" name="Text 2"/>
          <p:cNvSpPr/>
          <p:nvPr/>
        </p:nvSpPr>
        <p:spPr>
          <a:xfrm>
            <a:off x="1066800" y="323850"/>
            <a:ext cx="4914900" cy="190500"/>
          </a:xfrm>
          <a:prstGeom prst="rect">
            <a:avLst/>
          </a:prstGeom>
          <a:noFill/>
          <a:ln/>
        </p:spPr>
        <p:txBody>
          <a:bodyPr wrap="square" lIns="0" tIns="0" rIns="0" bIns="0" rtlCol="0" anchor="ctr"/>
          <a:lstStyle/>
          <a:p>
            <a:pPr>
              <a:lnSpc>
                <a:spcPct val="120000"/>
              </a:lnSpc>
            </a:pPr>
            <a:r>
              <a:rPr lang="en-US" sz="1050" b="1" kern="0" spc="158" dirty="0">
                <a:solidFill>
                  <a:srgbClr val="8B0000"/>
                </a:solidFill>
                <a:latin typeface="Sorts Mill Goudy" pitchFamily="34" charset="0"/>
                <a:ea typeface="Sorts Mill Goudy" pitchFamily="34" charset="-122"/>
                <a:cs typeface="Sorts Mill Goudy" pitchFamily="34" charset="-120"/>
              </a:rPr>
              <a:t>Service Analysis</a:t>
            </a:r>
            <a:endParaRPr lang="en-US" sz="1600" dirty="0"/>
          </a:p>
        </p:txBody>
      </p:sp>
      <p:sp>
        <p:nvSpPr>
          <p:cNvPr id="5" name="Text 3"/>
          <p:cNvSpPr/>
          <p:nvPr/>
        </p:nvSpPr>
        <p:spPr>
          <a:xfrm>
            <a:off x="1066800" y="571500"/>
            <a:ext cx="5076825"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Service Offerings Impact</a:t>
            </a:r>
            <a:endParaRPr lang="en-US" sz="1600" dirty="0"/>
          </a:p>
        </p:txBody>
      </p:sp>
      <p:sp>
        <p:nvSpPr>
          <p:cNvPr id="6" name="Shape 4"/>
          <p:cNvSpPr/>
          <p:nvPr/>
        </p:nvSpPr>
        <p:spPr>
          <a:xfrm>
            <a:off x="381000" y="11430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7" name="Shape 5"/>
          <p:cNvSpPr/>
          <p:nvPr/>
        </p:nvSpPr>
        <p:spPr>
          <a:xfrm>
            <a:off x="400050" y="1333500"/>
            <a:ext cx="6753225" cy="5400675"/>
          </a:xfrm>
          <a:custGeom>
            <a:avLst/>
            <a:gdLst/>
            <a:ahLst/>
            <a:cxnLst/>
            <a:rect l="l" t="t" r="r" b="b"/>
            <a:pathLst>
              <a:path w="6753225" h="5400675">
                <a:moveTo>
                  <a:pt x="0" y="0"/>
                </a:moveTo>
                <a:lnTo>
                  <a:pt x="6753225" y="0"/>
                </a:lnTo>
                <a:lnTo>
                  <a:pt x="6753225" y="5400675"/>
                </a:lnTo>
                <a:lnTo>
                  <a:pt x="0" y="5400675"/>
                </a:lnTo>
                <a:lnTo>
                  <a:pt x="0" y="0"/>
                </a:lnTo>
                <a:close/>
              </a:path>
            </a:pathLst>
          </a:custGeom>
          <a:solidFill>
            <a:srgbClr val="F9FAFB"/>
          </a:solidFill>
          <a:ln/>
        </p:spPr>
      </p:sp>
      <p:sp>
        <p:nvSpPr>
          <p:cNvPr id="8" name="Shape 6"/>
          <p:cNvSpPr/>
          <p:nvPr/>
        </p:nvSpPr>
        <p:spPr>
          <a:xfrm>
            <a:off x="400050" y="1333500"/>
            <a:ext cx="38100" cy="5400675"/>
          </a:xfrm>
          <a:custGeom>
            <a:avLst/>
            <a:gdLst/>
            <a:ahLst/>
            <a:cxnLst/>
            <a:rect l="l" t="t" r="r" b="b"/>
            <a:pathLst>
              <a:path w="38100" h="5400675">
                <a:moveTo>
                  <a:pt x="0" y="0"/>
                </a:moveTo>
                <a:lnTo>
                  <a:pt x="38100" y="0"/>
                </a:lnTo>
                <a:lnTo>
                  <a:pt x="38100" y="5400675"/>
                </a:lnTo>
                <a:lnTo>
                  <a:pt x="0" y="5400675"/>
                </a:lnTo>
                <a:lnTo>
                  <a:pt x="0" y="0"/>
                </a:lnTo>
                <a:close/>
              </a:path>
            </a:pathLst>
          </a:custGeom>
          <a:solidFill>
            <a:srgbClr val="8B0000"/>
          </a:solidFill>
          <a:ln/>
        </p:spPr>
      </p:sp>
      <p:sp>
        <p:nvSpPr>
          <p:cNvPr id="9" name="Shape 7"/>
          <p:cNvSpPr/>
          <p:nvPr/>
        </p:nvSpPr>
        <p:spPr>
          <a:xfrm>
            <a:off x="638175" y="1561979"/>
            <a:ext cx="228600" cy="228600"/>
          </a:xfrm>
          <a:custGeom>
            <a:avLst/>
            <a:gdLst/>
            <a:ahLst/>
            <a:cxnLst/>
            <a:rect l="l" t="t" r="r" b="b"/>
            <a:pathLst>
              <a:path w="228600" h="228600">
                <a:moveTo>
                  <a:pt x="96441" y="28575"/>
                </a:moveTo>
                <a:cubicBezTo>
                  <a:pt x="90502" y="28575"/>
                  <a:pt x="85725" y="33352"/>
                  <a:pt x="85725" y="39291"/>
                </a:cubicBezTo>
                <a:cubicBezTo>
                  <a:pt x="85725" y="45229"/>
                  <a:pt x="90502" y="50006"/>
                  <a:pt x="96441" y="50006"/>
                </a:cubicBezTo>
                <a:lnTo>
                  <a:pt x="103584" y="50006"/>
                </a:lnTo>
                <a:lnTo>
                  <a:pt x="103584" y="64874"/>
                </a:lnTo>
                <a:cubicBezTo>
                  <a:pt x="55721" y="69964"/>
                  <a:pt x="17949" y="108808"/>
                  <a:pt x="14555" y="157163"/>
                </a:cubicBezTo>
                <a:lnTo>
                  <a:pt x="214089" y="157163"/>
                </a:lnTo>
                <a:cubicBezTo>
                  <a:pt x="210651" y="108808"/>
                  <a:pt x="172879" y="69964"/>
                  <a:pt x="125016" y="64874"/>
                </a:cubicBezTo>
                <a:lnTo>
                  <a:pt x="125016" y="50006"/>
                </a:lnTo>
                <a:lnTo>
                  <a:pt x="132159" y="50006"/>
                </a:lnTo>
                <a:cubicBezTo>
                  <a:pt x="138098" y="50006"/>
                  <a:pt x="142875" y="45229"/>
                  <a:pt x="142875" y="39291"/>
                </a:cubicBezTo>
                <a:cubicBezTo>
                  <a:pt x="142875" y="33352"/>
                  <a:pt x="138098" y="28575"/>
                  <a:pt x="132159" y="28575"/>
                </a:cubicBezTo>
                <a:lnTo>
                  <a:pt x="96441" y="28575"/>
                </a:lnTo>
                <a:close/>
                <a:moveTo>
                  <a:pt x="10716" y="178594"/>
                </a:moveTo>
                <a:cubicBezTo>
                  <a:pt x="4777" y="178594"/>
                  <a:pt x="0" y="183371"/>
                  <a:pt x="0" y="189309"/>
                </a:cubicBezTo>
                <a:cubicBezTo>
                  <a:pt x="0" y="195248"/>
                  <a:pt x="4777" y="200025"/>
                  <a:pt x="10716" y="200025"/>
                </a:cubicBezTo>
                <a:lnTo>
                  <a:pt x="217884" y="200025"/>
                </a:lnTo>
                <a:cubicBezTo>
                  <a:pt x="223823" y="200025"/>
                  <a:pt x="228600" y="195248"/>
                  <a:pt x="228600" y="189309"/>
                </a:cubicBezTo>
                <a:cubicBezTo>
                  <a:pt x="228600" y="183371"/>
                  <a:pt x="223823" y="178594"/>
                  <a:pt x="217884" y="178594"/>
                </a:cubicBezTo>
                <a:lnTo>
                  <a:pt x="10716" y="178594"/>
                </a:lnTo>
                <a:close/>
              </a:path>
            </a:pathLst>
          </a:custGeom>
          <a:solidFill>
            <a:srgbClr val="8B0000"/>
          </a:solidFill>
          <a:ln/>
        </p:spPr>
      </p:sp>
      <p:sp>
        <p:nvSpPr>
          <p:cNvPr id="10" name="Text 8"/>
          <p:cNvSpPr/>
          <p:nvPr/>
        </p:nvSpPr>
        <p:spPr>
          <a:xfrm>
            <a:off x="895350" y="1524000"/>
            <a:ext cx="618172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Impact on Restaurant Ratings</a:t>
            </a:r>
            <a:endParaRPr lang="en-US" sz="1600" dirty="0"/>
          </a:p>
        </p:txBody>
      </p:sp>
      <p:pic>
        <p:nvPicPr>
          <p:cNvPr id="11" name="Image 0" descr="https://kimi-img.moonshot.cn/pub/slides/26-02-05-03:27:25-d61pr7ad7de4l8paehng.png"/>
          <p:cNvPicPr>
            <a:picLocks noChangeAspect="1"/>
          </p:cNvPicPr>
          <p:nvPr/>
        </p:nvPicPr>
        <p:blipFill>
          <a:blip r:embed="rId3"/>
          <a:srcRect l="17" r="17"/>
          <a:stretch/>
        </p:blipFill>
        <p:spPr>
          <a:xfrm>
            <a:off x="609600" y="1942979"/>
            <a:ext cx="6353175" cy="4600575"/>
          </a:xfrm>
          <a:prstGeom prst="roundRect">
            <a:avLst>
              <a:gd name="adj" fmla="val 0"/>
            </a:avLst>
          </a:prstGeom>
        </p:spPr>
      </p:pic>
      <p:sp>
        <p:nvSpPr>
          <p:cNvPr id="13" name="Shape 10"/>
          <p:cNvSpPr/>
          <p:nvPr/>
        </p:nvSpPr>
        <p:spPr>
          <a:xfrm>
            <a:off x="7473315" y="1539125"/>
            <a:ext cx="285750" cy="228600"/>
          </a:xfrm>
          <a:custGeom>
            <a:avLst/>
            <a:gdLst/>
            <a:ahLst/>
            <a:cxnLst/>
            <a:rect l="l" t="t" r="r" b="b"/>
            <a:pathLst>
              <a:path w="285750" h="228600">
                <a:moveTo>
                  <a:pt x="125016" y="7144"/>
                </a:moveTo>
                <a:cubicBezTo>
                  <a:pt x="119077" y="7144"/>
                  <a:pt x="114300" y="11921"/>
                  <a:pt x="114300" y="17859"/>
                </a:cubicBezTo>
                <a:cubicBezTo>
                  <a:pt x="114300" y="23798"/>
                  <a:pt x="119077" y="28575"/>
                  <a:pt x="125016" y="28575"/>
                </a:cubicBezTo>
                <a:lnTo>
                  <a:pt x="150287" y="28575"/>
                </a:lnTo>
                <a:lnTo>
                  <a:pt x="160333" y="50319"/>
                </a:lnTo>
                <a:lnTo>
                  <a:pt x="117872" y="82153"/>
                </a:lnTo>
                <a:cubicBezTo>
                  <a:pt x="102959" y="70946"/>
                  <a:pt x="84386" y="64294"/>
                  <a:pt x="64294" y="64294"/>
                </a:cubicBezTo>
                <a:lnTo>
                  <a:pt x="39291" y="64294"/>
                </a:lnTo>
                <a:cubicBezTo>
                  <a:pt x="33352" y="64294"/>
                  <a:pt x="28575" y="69071"/>
                  <a:pt x="28575" y="75009"/>
                </a:cubicBezTo>
                <a:cubicBezTo>
                  <a:pt x="28575" y="80948"/>
                  <a:pt x="33352" y="85725"/>
                  <a:pt x="39291" y="85725"/>
                </a:cubicBezTo>
                <a:lnTo>
                  <a:pt x="64294" y="85725"/>
                </a:lnTo>
                <a:cubicBezTo>
                  <a:pt x="99343" y="85725"/>
                  <a:pt x="128230" y="112335"/>
                  <a:pt x="131802" y="146447"/>
                </a:cubicBezTo>
                <a:lnTo>
                  <a:pt x="120461" y="146447"/>
                </a:lnTo>
                <a:cubicBezTo>
                  <a:pt x="115461" y="120015"/>
                  <a:pt x="92199" y="100013"/>
                  <a:pt x="64294" y="100013"/>
                </a:cubicBezTo>
                <a:cubicBezTo>
                  <a:pt x="32727" y="100013"/>
                  <a:pt x="7144" y="125596"/>
                  <a:pt x="7144" y="157163"/>
                </a:cubicBezTo>
                <a:cubicBezTo>
                  <a:pt x="7144" y="188729"/>
                  <a:pt x="32727" y="214313"/>
                  <a:pt x="64294" y="214313"/>
                </a:cubicBezTo>
                <a:cubicBezTo>
                  <a:pt x="92199" y="214313"/>
                  <a:pt x="115416" y="194310"/>
                  <a:pt x="120461" y="167878"/>
                </a:cubicBezTo>
                <a:lnTo>
                  <a:pt x="142875" y="167878"/>
                </a:lnTo>
                <a:cubicBezTo>
                  <a:pt x="148813" y="167878"/>
                  <a:pt x="153591" y="163101"/>
                  <a:pt x="153591" y="157163"/>
                </a:cubicBezTo>
                <a:lnTo>
                  <a:pt x="153591" y="147117"/>
                </a:lnTo>
                <a:cubicBezTo>
                  <a:pt x="153591" y="126980"/>
                  <a:pt x="165065" y="108987"/>
                  <a:pt x="182835" y="99030"/>
                </a:cubicBezTo>
                <a:lnTo>
                  <a:pt x="188238" y="110683"/>
                </a:lnTo>
                <a:cubicBezTo>
                  <a:pt x="173772" y="121042"/>
                  <a:pt x="164351" y="138008"/>
                  <a:pt x="164351" y="157163"/>
                </a:cubicBezTo>
                <a:cubicBezTo>
                  <a:pt x="164351" y="188729"/>
                  <a:pt x="189934" y="214313"/>
                  <a:pt x="221501" y="214313"/>
                </a:cubicBezTo>
                <a:cubicBezTo>
                  <a:pt x="253067" y="214313"/>
                  <a:pt x="278651" y="188729"/>
                  <a:pt x="278651" y="157163"/>
                </a:cubicBezTo>
                <a:cubicBezTo>
                  <a:pt x="278651" y="125596"/>
                  <a:pt x="253067" y="100013"/>
                  <a:pt x="221501" y="100013"/>
                </a:cubicBezTo>
                <a:cubicBezTo>
                  <a:pt x="216724" y="100013"/>
                  <a:pt x="212125" y="100593"/>
                  <a:pt x="207705" y="101709"/>
                </a:cubicBezTo>
                <a:lnTo>
                  <a:pt x="193685" y="71438"/>
                </a:lnTo>
                <a:lnTo>
                  <a:pt x="217884" y="71438"/>
                </a:lnTo>
                <a:cubicBezTo>
                  <a:pt x="223823" y="71438"/>
                  <a:pt x="228600" y="66660"/>
                  <a:pt x="228600" y="60722"/>
                </a:cubicBezTo>
                <a:lnTo>
                  <a:pt x="228600" y="39291"/>
                </a:lnTo>
                <a:cubicBezTo>
                  <a:pt x="228600" y="33352"/>
                  <a:pt x="223823" y="28575"/>
                  <a:pt x="217884" y="28575"/>
                </a:cubicBezTo>
                <a:lnTo>
                  <a:pt x="194087" y="28575"/>
                </a:lnTo>
                <a:cubicBezTo>
                  <a:pt x="191006" y="28575"/>
                  <a:pt x="187970" y="29557"/>
                  <a:pt x="185514" y="31433"/>
                </a:cubicBezTo>
                <a:lnTo>
                  <a:pt x="177879" y="37148"/>
                </a:lnTo>
                <a:lnTo>
                  <a:pt x="166896" y="13350"/>
                </a:lnTo>
                <a:cubicBezTo>
                  <a:pt x="165155" y="9555"/>
                  <a:pt x="161359" y="7144"/>
                  <a:pt x="157163" y="7144"/>
                </a:cubicBezTo>
                <a:lnTo>
                  <a:pt x="125016" y="7144"/>
                </a:lnTo>
                <a:close/>
                <a:moveTo>
                  <a:pt x="199043" y="134124"/>
                </a:moveTo>
                <a:lnTo>
                  <a:pt x="211723" y="161627"/>
                </a:lnTo>
                <a:cubicBezTo>
                  <a:pt x="214223" y="166985"/>
                  <a:pt x="220563" y="169352"/>
                  <a:pt x="225921" y="166851"/>
                </a:cubicBezTo>
                <a:cubicBezTo>
                  <a:pt x="231279" y="164351"/>
                  <a:pt x="233645" y="158011"/>
                  <a:pt x="231145" y="152653"/>
                </a:cubicBezTo>
                <a:lnTo>
                  <a:pt x="218420" y="125150"/>
                </a:lnTo>
                <a:cubicBezTo>
                  <a:pt x="219402" y="125060"/>
                  <a:pt x="220385" y="125016"/>
                  <a:pt x="221412" y="125016"/>
                </a:cubicBezTo>
                <a:cubicBezTo>
                  <a:pt x="239182" y="125016"/>
                  <a:pt x="253558" y="139392"/>
                  <a:pt x="253558" y="157162"/>
                </a:cubicBezTo>
                <a:cubicBezTo>
                  <a:pt x="253558" y="174933"/>
                  <a:pt x="239182" y="189309"/>
                  <a:pt x="221412" y="189309"/>
                </a:cubicBezTo>
                <a:cubicBezTo>
                  <a:pt x="203642" y="189309"/>
                  <a:pt x="189265" y="174933"/>
                  <a:pt x="189265" y="157162"/>
                </a:cubicBezTo>
                <a:cubicBezTo>
                  <a:pt x="189265" y="148144"/>
                  <a:pt x="192971" y="139973"/>
                  <a:pt x="198998" y="134124"/>
                </a:cubicBezTo>
                <a:close/>
                <a:moveTo>
                  <a:pt x="64294" y="189309"/>
                </a:moveTo>
                <a:cubicBezTo>
                  <a:pt x="46524" y="189309"/>
                  <a:pt x="32147" y="174933"/>
                  <a:pt x="32147" y="157163"/>
                </a:cubicBezTo>
                <a:cubicBezTo>
                  <a:pt x="32147" y="139392"/>
                  <a:pt x="46524" y="125016"/>
                  <a:pt x="64294" y="125016"/>
                </a:cubicBezTo>
                <a:cubicBezTo>
                  <a:pt x="78269" y="125016"/>
                  <a:pt x="90190" y="133945"/>
                  <a:pt x="94610" y="146447"/>
                </a:cubicBezTo>
                <a:lnTo>
                  <a:pt x="64294" y="146447"/>
                </a:lnTo>
                <a:cubicBezTo>
                  <a:pt x="58356" y="146447"/>
                  <a:pt x="53578" y="151224"/>
                  <a:pt x="53578" y="157163"/>
                </a:cubicBezTo>
                <a:cubicBezTo>
                  <a:pt x="53578" y="163101"/>
                  <a:pt x="58356" y="167878"/>
                  <a:pt x="64294" y="167878"/>
                </a:cubicBezTo>
                <a:lnTo>
                  <a:pt x="94610" y="167878"/>
                </a:lnTo>
                <a:cubicBezTo>
                  <a:pt x="90190" y="180380"/>
                  <a:pt x="78269" y="189309"/>
                  <a:pt x="64294" y="189309"/>
                </a:cubicBezTo>
                <a:close/>
              </a:path>
            </a:pathLst>
          </a:custGeom>
          <a:solidFill>
            <a:srgbClr val="8B0000"/>
          </a:solidFill>
          <a:ln/>
        </p:spPr>
      </p:sp>
      <p:sp>
        <p:nvSpPr>
          <p:cNvPr id="14" name="Text 11"/>
          <p:cNvSpPr/>
          <p:nvPr/>
        </p:nvSpPr>
        <p:spPr>
          <a:xfrm>
            <a:off x="7759065" y="1501136"/>
            <a:ext cx="40005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Online Delivery</a:t>
            </a:r>
            <a:endParaRPr lang="en-US" sz="1600" dirty="0"/>
          </a:p>
        </p:txBody>
      </p:sp>
      <p:sp>
        <p:nvSpPr>
          <p:cNvPr id="16" name="Shape 13"/>
          <p:cNvSpPr/>
          <p:nvPr/>
        </p:nvSpPr>
        <p:spPr>
          <a:xfrm>
            <a:off x="7492365" y="1920125"/>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17" name="Text 14"/>
          <p:cNvSpPr/>
          <p:nvPr/>
        </p:nvSpPr>
        <p:spPr>
          <a:xfrm>
            <a:off x="7625715" y="2034425"/>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Rating Impact</a:t>
            </a:r>
          </a:p>
        </p:txBody>
      </p:sp>
      <p:sp>
        <p:nvSpPr>
          <p:cNvPr id="18" name="Text 15"/>
          <p:cNvSpPr/>
          <p:nvPr/>
        </p:nvSpPr>
        <p:spPr>
          <a:xfrm>
            <a:off x="7625715" y="2339225"/>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Restaurants with online delivery consistently achieve higher ratings than those without</a:t>
            </a:r>
          </a:p>
        </p:txBody>
      </p:sp>
      <p:sp>
        <p:nvSpPr>
          <p:cNvPr id="20" name="Shape 17"/>
          <p:cNvSpPr/>
          <p:nvPr/>
        </p:nvSpPr>
        <p:spPr>
          <a:xfrm>
            <a:off x="7492365" y="2986925"/>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21" name="Text 18"/>
          <p:cNvSpPr/>
          <p:nvPr/>
        </p:nvSpPr>
        <p:spPr>
          <a:xfrm>
            <a:off x="7625715" y="3101225"/>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Market Variation</a:t>
            </a:r>
          </a:p>
        </p:txBody>
      </p:sp>
      <p:sp>
        <p:nvSpPr>
          <p:cNvPr id="22" name="Text 19"/>
          <p:cNvSpPr/>
          <p:nvPr/>
        </p:nvSpPr>
        <p:spPr>
          <a:xfrm>
            <a:off x="7625715" y="3406025"/>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Impact stronger in Canada and Qatar where customers value convenience</a:t>
            </a:r>
          </a:p>
        </p:txBody>
      </p:sp>
      <p:sp>
        <p:nvSpPr>
          <p:cNvPr id="24" name="Shape 21"/>
          <p:cNvSpPr/>
          <p:nvPr/>
        </p:nvSpPr>
        <p:spPr>
          <a:xfrm>
            <a:off x="7492365" y="4053725"/>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25" name="Text 22"/>
          <p:cNvSpPr/>
          <p:nvPr/>
        </p:nvSpPr>
        <p:spPr>
          <a:xfrm>
            <a:off x="7625715" y="4168025"/>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Customer Expectation</a:t>
            </a:r>
          </a:p>
        </p:txBody>
      </p:sp>
      <p:sp>
        <p:nvSpPr>
          <p:cNvPr id="26" name="Text 23"/>
          <p:cNvSpPr/>
          <p:nvPr/>
        </p:nvSpPr>
        <p:spPr>
          <a:xfrm>
            <a:off x="7625715" y="4472825"/>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Online delivery has become a hygiene factor in urban markets</a:t>
            </a:r>
          </a:p>
        </p:txBody>
      </p:sp>
      <p:sp>
        <p:nvSpPr>
          <p:cNvPr id="27" name="Shape 24"/>
          <p:cNvSpPr/>
          <p:nvPr/>
        </p:nvSpPr>
        <p:spPr>
          <a:xfrm>
            <a:off x="7305675" y="5326261"/>
            <a:ext cx="4505325" cy="1409700"/>
          </a:xfrm>
          <a:custGeom>
            <a:avLst/>
            <a:gdLst/>
            <a:ahLst/>
            <a:cxnLst/>
            <a:rect l="l" t="t" r="r" b="b"/>
            <a:pathLst>
              <a:path w="4505325" h="1409700">
                <a:moveTo>
                  <a:pt x="0" y="0"/>
                </a:moveTo>
                <a:lnTo>
                  <a:pt x="4505325" y="0"/>
                </a:lnTo>
                <a:lnTo>
                  <a:pt x="4505325" y="1409700"/>
                </a:lnTo>
                <a:lnTo>
                  <a:pt x="0" y="1409700"/>
                </a:lnTo>
                <a:lnTo>
                  <a:pt x="0" y="0"/>
                </a:lnTo>
                <a:close/>
              </a:path>
            </a:pathLst>
          </a:custGeom>
          <a:solidFill>
            <a:srgbClr val="8B0000"/>
          </a:solidFill>
          <a:ln/>
        </p:spPr>
      </p:sp>
      <p:sp>
        <p:nvSpPr>
          <p:cNvPr id="28" name="Shape 25"/>
          <p:cNvSpPr/>
          <p:nvPr/>
        </p:nvSpPr>
        <p:spPr>
          <a:xfrm>
            <a:off x="7493794" y="5516761"/>
            <a:ext cx="166688" cy="190500"/>
          </a:xfrm>
          <a:custGeom>
            <a:avLst/>
            <a:gdLst/>
            <a:ahLst/>
            <a:cxn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114746" y="85092"/>
                </a:moveTo>
                <a:cubicBezTo>
                  <a:pt x="117351" y="80925"/>
                  <a:pt x="116086" y="75419"/>
                  <a:pt x="111919" y="72777"/>
                </a:cubicBezTo>
                <a:cubicBezTo>
                  <a:pt x="107752" y="70135"/>
                  <a:pt x="102245" y="71438"/>
                  <a:pt x="99603" y="75605"/>
                </a:cubicBezTo>
                <a:lnTo>
                  <a:pt x="76758" y="112179"/>
                </a:lnTo>
                <a:lnTo>
                  <a:pt x="66712" y="98785"/>
                </a:lnTo>
                <a:cubicBezTo>
                  <a:pt x="63736" y="94841"/>
                  <a:pt x="58155" y="94022"/>
                  <a:pt x="54211" y="96999"/>
                </a:cubicBezTo>
                <a:cubicBezTo>
                  <a:pt x="50267" y="99975"/>
                  <a:pt x="49448" y="105556"/>
                  <a:pt x="52425" y="109500"/>
                </a:cubicBezTo>
                <a:lnTo>
                  <a:pt x="70284" y="133313"/>
                </a:lnTo>
                <a:cubicBezTo>
                  <a:pt x="72033" y="135657"/>
                  <a:pt x="74861" y="136996"/>
                  <a:pt x="77800" y="136885"/>
                </a:cubicBezTo>
                <a:cubicBezTo>
                  <a:pt x="80739" y="136773"/>
                  <a:pt x="83418" y="135210"/>
                  <a:pt x="84981" y="132680"/>
                </a:cubicBezTo>
                <a:lnTo>
                  <a:pt x="114746" y="85055"/>
                </a:lnTo>
                <a:close/>
              </a:path>
            </a:pathLst>
          </a:custGeom>
          <a:solidFill>
            <a:srgbClr val="F9FAFB"/>
          </a:solidFill>
          <a:ln/>
        </p:spPr>
      </p:sp>
      <p:sp>
        <p:nvSpPr>
          <p:cNvPr id="29" name="Text 26"/>
          <p:cNvSpPr/>
          <p:nvPr/>
        </p:nvSpPr>
        <p:spPr>
          <a:xfrm>
            <a:off x="7696200" y="5478661"/>
            <a:ext cx="4057650" cy="266700"/>
          </a:xfrm>
          <a:prstGeom prst="rect">
            <a:avLst/>
          </a:prstGeom>
          <a:noFill/>
          <a:ln/>
        </p:spPr>
        <p:txBody>
          <a:bodyPr wrap="square" lIns="0" tIns="0" rIns="0" bIns="0" rtlCol="0" anchor="ctr"/>
          <a:lstStyle/>
          <a:p>
            <a:pP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Table Booking</a:t>
            </a:r>
            <a:endParaRPr lang="en-US" sz="1600" dirty="0"/>
          </a:p>
        </p:txBody>
      </p:sp>
      <p:sp>
        <p:nvSpPr>
          <p:cNvPr id="30" name="Text 27"/>
          <p:cNvSpPr/>
          <p:nvPr/>
        </p:nvSpPr>
        <p:spPr>
          <a:xfrm>
            <a:off x="7458075" y="5821561"/>
            <a:ext cx="4276725" cy="495300"/>
          </a:xfrm>
          <a:prstGeom prst="rect">
            <a:avLst/>
          </a:prstGeom>
          <a:noFill/>
          <a:ln/>
        </p:spPr>
        <p:txBody>
          <a:bodyPr wrap="square" lIns="0" tIns="0" rIns="0" bIns="0" rtlCol="0" anchor="ctr"/>
          <a:lstStyle/>
          <a:p>
            <a:pPr>
              <a:lnSpc>
                <a:spcPct val="140000"/>
              </a:lnSpc>
            </a:pPr>
            <a:r>
              <a:rPr lang="en-US" sz="1300" dirty="0">
                <a:solidFill>
                  <a:srgbClr val="F9FAFB"/>
                </a:solidFill>
                <a:latin typeface="Sorts Mill Goudy" pitchFamily="34" charset="0"/>
                <a:ea typeface="Sorts Mill Goudy" pitchFamily="34" charset="-122"/>
                <a:cs typeface="Sorts Mill Goudy" pitchFamily="34" charset="-120"/>
              </a:rPr>
              <a:t>Table booking availability shows </a:t>
            </a:r>
            <a:r>
              <a:rPr lang="en-US" sz="1300" b="1" dirty="0">
                <a:solidFill>
                  <a:srgbClr val="F9FAFB"/>
                </a:solidFill>
                <a:latin typeface="Sorts Mill Goudy" pitchFamily="34" charset="0"/>
                <a:ea typeface="Sorts Mill Goudy" pitchFamily="34" charset="-122"/>
                <a:cs typeface="Sorts Mill Goudy" pitchFamily="34" charset="-120"/>
              </a:rPr>
              <a:t>positive uplift</a:t>
            </a:r>
            <a:r>
              <a:rPr lang="en-US" sz="1300" dirty="0">
                <a:solidFill>
                  <a:srgbClr val="F9FAFB"/>
                </a:solidFill>
                <a:latin typeface="Sorts Mill Goudy" pitchFamily="34" charset="0"/>
                <a:ea typeface="Sorts Mill Goudy" pitchFamily="34" charset="-122"/>
                <a:cs typeface="Sorts Mill Goudy" pitchFamily="34" charset="-120"/>
              </a:rPr>
              <a:t> in ratings, particularly in premium markets and metro cities.</a:t>
            </a:r>
            <a:endParaRPr lang="en-US" sz="1300" dirty="0"/>
          </a:p>
        </p:txBody>
      </p:sp>
      <p:sp>
        <p:nvSpPr>
          <p:cNvPr id="31" name="Text 28"/>
          <p:cNvSpPr/>
          <p:nvPr/>
        </p:nvSpPr>
        <p:spPr>
          <a:xfrm>
            <a:off x="7458075" y="6393061"/>
            <a:ext cx="4267200" cy="190500"/>
          </a:xfrm>
          <a:prstGeom prst="rect">
            <a:avLst/>
          </a:prstGeom>
          <a:noFill/>
          <a:ln/>
        </p:spPr>
        <p:txBody>
          <a:bodyPr wrap="square" lIns="0" tIns="0" rIns="0" bIns="0" rtlCol="0" anchor="ctr"/>
          <a:lstStyle/>
          <a:p>
            <a:pPr>
              <a:lnSpc>
                <a:spcPct val="120000"/>
              </a:lnSpc>
            </a:pPr>
            <a:r>
              <a:rPr lang="en-US" sz="1300" dirty="0">
                <a:solidFill>
                  <a:srgbClr val="F9FAFB">
                    <a:alpha val="90000"/>
                  </a:srgbClr>
                </a:solidFill>
                <a:latin typeface="Sorts Mill Goudy" pitchFamily="34" charset="0"/>
                <a:ea typeface="Sorts Mill Goudy" pitchFamily="34" charset="-122"/>
                <a:cs typeface="Sorts Mill Goudy" pitchFamily="34" charset="-120"/>
              </a:rPr>
              <a:t>Recommendation: Enable for all new outlets</a:t>
            </a:r>
            <a:endParaRPr lang="en-US" sz="13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461" y="434080"/>
            <a:ext cx="528446" cy="528446"/>
          </a:xfrm>
          <a:custGeom>
            <a:avLst/>
            <a:gdLst/>
            <a:ahLst/>
            <a:cxnLst/>
            <a:rect l="l" t="t" r="r" b="b"/>
            <a:pathLst>
              <a:path w="528446" h="528446">
                <a:moveTo>
                  <a:pt x="264223" y="0"/>
                </a:moveTo>
                <a:lnTo>
                  <a:pt x="264223" y="0"/>
                </a:lnTo>
                <a:cubicBezTo>
                  <a:pt x="410149" y="0"/>
                  <a:pt x="528446" y="118297"/>
                  <a:pt x="528446" y="264223"/>
                </a:cubicBezTo>
                <a:lnTo>
                  <a:pt x="528446" y="264223"/>
                </a:lnTo>
                <a:cubicBezTo>
                  <a:pt x="528446" y="410149"/>
                  <a:pt x="410149" y="528446"/>
                  <a:pt x="264223" y="528446"/>
                </a:cubicBezTo>
                <a:lnTo>
                  <a:pt x="264223" y="528446"/>
                </a:lnTo>
                <a:cubicBezTo>
                  <a:pt x="118297" y="528446"/>
                  <a:pt x="0" y="410149"/>
                  <a:pt x="0" y="264223"/>
                </a:cubicBezTo>
                <a:lnTo>
                  <a:pt x="0" y="264223"/>
                </a:lnTo>
                <a:cubicBezTo>
                  <a:pt x="0" y="118297"/>
                  <a:pt x="118297" y="0"/>
                  <a:pt x="264223" y="0"/>
                </a:cubicBezTo>
                <a:close/>
              </a:path>
            </a:pathLst>
          </a:custGeom>
          <a:solidFill>
            <a:srgbClr val="8B0000"/>
          </a:solidFill>
          <a:ln/>
        </p:spPr>
      </p:sp>
      <p:sp>
        <p:nvSpPr>
          <p:cNvPr id="3" name="Text 1"/>
          <p:cNvSpPr/>
          <p:nvPr/>
        </p:nvSpPr>
        <p:spPr>
          <a:xfrm>
            <a:off x="564659" y="547319"/>
            <a:ext cx="264223" cy="301969"/>
          </a:xfrm>
          <a:prstGeom prst="rect">
            <a:avLst/>
          </a:prstGeom>
          <a:noFill/>
          <a:ln/>
        </p:spPr>
        <p:txBody>
          <a:bodyPr wrap="square" lIns="0" tIns="0" rIns="0" bIns="0" rtlCol="0" anchor="ctr"/>
          <a:lstStyle/>
          <a:p>
            <a:pPr>
              <a:lnSpc>
                <a:spcPct val="110000"/>
              </a:lnSpc>
            </a:pPr>
            <a:r>
              <a:rPr lang="en-US" sz="1783" b="1" dirty="0">
                <a:solidFill>
                  <a:srgbClr val="F9FAFB"/>
                </a:solidFill>
                <a:latin typeface="Sorts Mill Goudy" pitchFamily="34" charset="0"/>
                <a:ea typeface="Sorts Mill Goudy" pitchFamily="34" charset="-122"/>
                <a:cs typeface="Sorts Mill Goudy" pitchFamily="34" charset="-120"/>
              </a:rPr>
              <a:t>11</a:t>
            </a:r>
            <a:endParaRPr lang="en-US" sz="1600" dirty="0"/>
          </a:p>
        </p:txBody>
      </p:sp>
      <p:sp>
        <p:nvSpPr>
          <p:cNvPr id="4" name="Text 2"/>
          <p:cNvSpPr/>
          <p:nvPr/>
        </p:nvSpPr>
        <p:spPr>
          <a:xfrm>
            <a:off x="1056892" y="377461"/>
            <a:ext cx="9238365" cy="188731"/>
          </a:xfrm>
          <a:prstGeom prst="rect">
            <a:avLst/>
          </a:prstGeom>
          <a:noFill/>
          <a:ln/>
        </p:spPr>
        <p:txBody>
          <a:bodyPr wrap="square" lIns="0" tIns="0" rIns="0" bIns="0" rtlCol="0" anchor="ctr"/>
          <a:lstStyle/>
          <a:p>
            <a:pPr>
              <a:lnSpc>
                <a:spcPct val="120000"/>
              </a:lnSpc>
            </a:pPr>
            <a:endParaRPr lang="en-US" sz="1600" dirty="0"/>
          </a:p>
        </p:txBody>
      </p:sp>
      <p:sp>
        <p:nvSpPr>
          <p:cNvPr id="5" name="Text 3"/>
          <p:cNvSpPr/>
          <p:nvPr/>
        </p:nvSpPr>
        <p:spPr>
          <a:xfrm>
            <a:off x="1056892" y="566192"/>
            <a:ext cx="9398786" cy="452954"/>
          </a:xfrm>
          <a:prstGeom prst="rect">
            <a:avLst/>
          </a:prstGeom>
          <a:noFill/>
          <a:ln/>
        </p:spPr>
        <p:txBody>
          <a:bodyPr wrap="square" lIns="0" tIns="0" rIns="0" bIns="0" rtlCol="0" anchor="ctr"/>
          <a:lstStyle/>
          <a:p>
            <a:pPr>
              <a:lnSpc>
                <a:spcPct val="80000"/>
              </a:lnSpc>
            </a:pPr>
            <a:r>
              <a:rPr lang="en-US" sz="3567" b="1" dirty="0">
                <a:solidFill>
                  <a:srgbClr val="1F2937"/>
                </a:solidFill>
                <a:latin typeface="Sorts Mill Goudy" pitchFamily="34" charset="0"/>
                <a:ea typeface="Sorts Mill Goudy" pitchFamily="34" charset="-122"/>
                <a:cs typeface="Sorts Mill Goudy" pitchFamily="34" charset="-120"/>
              </a:rPr>
              <a:t>Market Selection: Countries</a:t>
            </a:r>
            <a:endParaRPr lang="en-US" sz="1600" dirty="0"/>
          </a:p>
        </p:txBody>
      </p:sp>
      <p:sp>
        <p:nvSpPr>
          <p:cNvPr id="6" name="Shape 4"/>
          <p:cNvSpPr/>
          <p:nvPr/>
        </p:nvSpPr>
        <p:spPr>
          <a:xfrm>
            <a:off x="377461" y="1132384"/>
            <a:ext cx="1207876" cy="37746"/>
          </a:xfrm>
          <a:custGeom>
            <a:avLst/>
            <a:gdLst/>
            <a:ahLst/>
            <a:cxnLst/>
            <a:rect l="l" t="t" r="r" b="b"/>
            <a:pathLst>
              <a:path w="1207876" h="37746">
                <a:moveTo>
                  <a:pt x="0" y="0"/>
                </a:moveTo>
                <a:lnTo>
                  <a:pt x="1207876" y="0"/>
                </a:lnTo>
                <a:lnTo>
                  <a:pt x="1207876" y="37746"/>
                </a:lnTo>
                <a:lnTo>
                  <a:pt x="0" y="37746"/>
                </a:lnTo>
                <a:lnTo>
                  <a:pt x="0" y="0"/>
                </a:lnTo>
                <a:close/>
              </a:path>
            </a:pathLst>
          </a:custGeom>
          <a:solidFill>
            <a:srgbClr val="8B0000"/>
          </a:solidFill>
          <a:ln/>
        </p:spPr>
      </p:sp>
      <p:sp>
        <p:nvSpPr>
          <p:cNvPr id="7" name="Shape 5"/>
          <p:cNvSpPr/>
          <p:nvPr/>
        </p:nvSpPr>
        <p:spPr>
          <a:xfrm>
            <a:off x="396334" y="1321115"/>
            <a:ext cx="11418204" cy="1339988"/>
          </a:xfrm>
          <a:custGeom>
            <a:avLst/>
            <a:gdLst/>
            <a:ahLst/>
            <a:cxnLst/>
            <a:rect l="l" t="t" r="r" b="b"/>
            <a:pathLst>
              <a:path w="11418204" h="1339988">
                <a:moveTo>
                  <a:pt x="0" y="0"/>
                </a:moveTo>
                <a:lnTo>
                  <a:pt x="11418204" y="0"/>
                </a:lnTo>
                <a:lnTo>
                  <a:pt x="11418204" y="1339988"/>
                </a:lnTo>
                <a:lnTo>
                  <a:pt x="0" y="1339988"/>
                </a:lnTo>
                <a:lnTo>
                  <a:pt x="0" y="0"/>
                </a:lnTo>
                <a:close/>
              </a:path>
            </a:pathLst>
          </a:custGeom>
          <a:solidFill>
            <a:srgbClr val="F9FAFB"/>
          </a:solidFill>
          <a:ln/>
        </p:spPr>
      </p:sp>
      <p:sp>
        <p:nvSpPr>
          <p:cNvPr id="8" name="Shape 6"/>
          <p:cNvSpPr/>
          <p:nvPr/>
        </p:nvSpPr>
        <p:spPr>
          <a:xfrm>
            <a:off x="396334" y="1321115"/>
            <a:ext cx="37746" cy="1339988"/>
          </a:xfrm>
          <a:custGeom>
            <a:avLst/>
            <a:gdLst/>
            <a:ahLst/>
            <a:cxnLst/>
            <a:rect l="l" t="t" r="r" b="b"/>
            <a:pathLst>
              <a:path w="37746" h="1339988">
                <a:moveTo>
                  <a:pt x="0" y="0"/>
                </a:moveTo>
                <a:lnTo>
                  <a:pt x="37746" y="0"/>
                </a:lnTo>
                <a:lnTo>
                  <a:pt x="37746" y="1339988"/>
                </a:lnTo>
                <a:lnTo>
                  <a:pt x="0" y="1339988"/>
                </a:lnTo>
                <a:lnTo>
                  <a:pt x="0" y="0"/>
                </a:lnTo>
                <a:close/>
              </a:path>
            </a:pathLst>
          </a:custGeom>
          <a:solidFill>
            <a:srgbClr val="8B0000"/>
          </a:solidFill>
          <a:ln/>
        </p:spPr>
      </p:sp>
      <p:sp>
        <p:nvSpPr>
          <p:cNvPr id="9" name="Shape 7"/>
          <p:cNvSpPr/>
          <p:nvPr/>
        </p:nvSpPr>
        <p:spPr>
          <a:xfrm>
            <a:off x="632248" y="1547472"/>
            <a:ext cx="226477" cy="226477"/>
          </a:xfrm>
          <a:custGeom>
            <a:avLst/>
            <a:gdLst/>
            <a:ahLst/>
            <a:cxnLst/>
            <a:rect l="l" t="t" r="r" b="b"/>
            <a:pathLst>
              <a:path w="226477" h="226477">
                <a:moveTo>
                  <a:pt x="63829" y="0"/>
                </a:moveTo>
                <a:lnTo>
                  <a:pt x="162913" y="0"/>
                </a:lnTo>
                <a:cubicBezTo>
                  <a:pt x="174635" y="0"/>
                  <a:pt x="184189" y="9643"/>
                  <a:pt x="183747" y="21321"/>
                </a:cubicBezTo>
                <a:cubicBezTo>
                  <a:pt x="183659" y="23665"/>
                  <a:pt x="183570" y="26009"/>
                  <a:pt x="183437" y="28310"/>
                </a:cubicBezTo>
                <a:lnTo>
                  <a:pt x="205377" y="28310"/>
                </a:lnTo>
                <a:cubicBezTo>
                  <a:pt x="216922" y="28310"/>
                  <a:pt x="227096" y="37864"/>
                  <a:pt x="226211" y="50338"/>
                </a:cubicBezTo>
                <a:cubicBezTo>
                  <a:pt x="222894" y="96208"/>
                  <a:pt x="199450" y="121422"/>
                  <a:pt x="174016" y="134603"/>
                </a:cubicBezTo>
                <a:cubicBezTo>
                  <a:pt x="167027" y="138230"/>
                  <a:pt x="159905" y="140929"/>
                  <a:pt x="153137" y="142919"/>
                </a:cubicBezTo>
                <a:cubicBezTo>
                  <a:pt x="144202" y="155570"/>
                  <a:pt x="134913" y="162249"/>
                  <a:pt x="127526" y="165832"/>
                </a:cubicBezTo>
                <a:lnTo>
                  <a:pt x="127526" y="198167"/>
                </a:lnTo>
                <a:lnTo>
                  <a:pt x="155835" y="198167"/>
                </a:lnTo>
                <a:cubicBezTo>
                  <a:pt x="163665" y="198167"/>
                  <a:pt x="169990" y="204493"/>
                  <a:pt x="169990" y="212322"/>
                </a:cubicBezTo>
                <a:cubicBezTo>
                  <a:pt x="169990" y="220151"/>
                  <a:pt x="163665" y="226477"/>
                  <a:pt x="155835" y="226477"/>
                </a:cubicBezTo>
                <a:lnTo>
                  <a:pt x="70907" y="226477"/>
                </a:lnTo>
                <a:cubicBezTo>
                  <a:pt x="63077" y="226477"/>
                  <a:pt x="56752" y="220151"/>
                  <a:pt x="56752" y="212322"/>
                </a:cubicBezTo>
                <a:cubicBezTo>
                  <a:pt x="56752" y="204493"/>
                  <a:pt x="63077" y="198167"/>
                  <a:pt x="70907" y="198167"/>
                </a:cubicBezTo>
                <a:lnTo>
                  <a:pt x="99216" y="198167"/>
                </a:lnTo>
                <a:lnTo>
                  <a:pt x="99216" y="165832"/>
                </a:lnTo>
                <a:cubicBezTo>
                  <a:pt x="92139" y="162426"/>
                  <a:pt x="83336" y="156101"/>
                  <a:pt x="74755" y="144467"/>
                </a:cubicBezTo>
                <a:cubicBezTo>
                  <a:pt x="66616" y="142344"/>
                  <a:pt x="57769" y="139115"/>
                  <a:pt x="49144" y="134249"/>
                </a:cubicBezTo>
                <a:cubicBezTo>
                  <a:pt x="25213" y="120847"/>
                  <a:pt x="3627" y="95589"/>
                  <a:pt x="531" y="50250"/>
                </a:cubicBezTo>
                <a:cubicBezTo>
                  <a:pt x="-310" y="37820"/>
                  <a:pt x="9820" y="28265"/>
                  <a:pt x="21365" y="28265"/>
                </a:cubicBezTo>
                <a:lnTo>
                  <a:pt x="43305" y="28265"/>
                </a:lnTo>
                <a:cubicBezTo>
                  <a:pt x="43172" y="25965"/>
                  <a:pt x="43084" y="23665"/>
                  <a:pt x="42995" y="21276"/>
                </a:cubicBezTo>
                <a:cubicBezTo>
                  <a:pt x="42553" y="9554"/>
                  <a:pt x="52107" y="-44"/>
                  <a:pt x="63829" y="-44"/>
                </a:cubicBezTo>
                <a:close/>
                <a:moveTo>
                  <a:pt x="44897" y="49542"/>
                </a:moveTo>
                <a:lnTo>
                  <a:pt x="21719" y="49542"/>
                </a:lnTo>
                <a:cubicBezTo>
                  <a:pt x="24461" y="87008"/>
                  <a:pt x="41668" y="105763"/>
                  <a:pt x="59406" y="115715"/>
                </a:cubicBezTo>
                <a:cubicBezTo>
                  <a:pt x="53036" y="99216"/>
                  <a:pt x="47772" y="77674"/>
                  <a:pt x="44897" y="49542"/>
                </a:cubicBezTo>
                <a:close/>
                <a:moveTo>
                  <a:pt x="168088" y="113592"/>
                </a:moveTo>
                <a:cubicBezTo>
                  <a:pt x="186003" y="103065"/>
                  <a:pt x="202192" y="84354"/>
                  <a:pt x="204935" y="49542"/>
                </a:cubicBezTo>
                <a:lnTo>
                  <a:pt x="181801" y="49542"/>
                </a:lnTo>
                <a:cubicBezTo>
                  <a:pt x="179058" y="76480"/>
                  <a:pt x="174104" y="97403"/>
                  <a:pt x="168088" y="113592"/>
                </a:cubicBezTo>
                <a:close/>
              </a:path>
            </a:pathLst>
          </a:custGeom>
          <a:solidFill>
            <a:srgbClr val="8B0000"/>
          </a:solidFill>
          <a:ln/>
        </p:spPr>
      </p:sp>
      <p:sp>
        <p:nvSpPr>
          <p:cNvPr id="10" name="Text 8"/>
          <p:cNvSpPr/>
          <p:nvPr/>
        </p:nvSpPr>
        <p:spPr>
          <a:xfrm>
            <a:off x="887034" y="1509845"/>
            <a:ext cx="10852012" cy="301969"/>
          </a:xfrm>
          <a:prstGeom prst="rect">
            <a:avLst/>
          </a:prstGeom>
          <a:noFill/>
          <a:ln/>
        </p:spPr>
        <p:txBody>
          <a:bodyPr wrap="square" lIns="0" tIns="0" rIns="0" bIns="0" rtlCol="0" anchor="ctr"/>
          <a:lstStyle/>
          <a:p>
            <a:pPr>
              <a:lnSpc>
                <a:spcPct val="110000"/>
              </a:lnSpc>
            </a:pPr>
            <a:r>
              <a:rPr lang="en-US" b="1" dirty="0">
                <a:solidFill>
                  <a:srgbClr val="1F2937"/>
                </a:solidFill>
                <a:latin typeface="Sorts Mill Goudy" pitchFamily="34" charset="0"/>
                <a:ea typeface="Sorts Mill Goudy" pitchFamily="34" charset="-122"/>
                <a:cs typeface="Sorts Mill Goudy" pitchFamily="34" charset="-120"/>
              </a:rPr>
              <a:t>Recommended Markets for Expansion</a:t>
            </a:r>
            <a:endParaRPr lang="en-US" dirty="0"/>
          </a:p>
        </p:txBody>
      </p:sp>
      <p:sp>
        <p:nvSpPr>
          <p:cNvPr id="11" name="Text 9"/>
          <p:cNvSpPr/>
          <p:nvPr/>
        </p:nvSpPr>
        <p:spPr>
          <a:xfrm>
            <a:off x="603938" y="1924933"/>
            <a:ext cx="11106799" cy="556755"/>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ea typeface="Sorts Mill Goudy" pitchFamily="34" charset="-122"/>
                <a:cs typeface="Sorts Mill Goudy" pitchFamily="34" charset="-120"/>
              </a:rPr>
              <a:t>Based on multi-criteria analysis of competition levels, customer ratings, engagement metrics, and pricing data, we recommend prioritizing three strategic markets:</a:t>
            </a:r>
            <a:endParaRPr lang="en-US" sz="1300" dirty="0"/>
          </a:p>
        </p:txBody>
      </p:sp>
      <p:sp>
        <p:nvSpPr>
          <p:cNvPr id="12" name="Shape 10"/>
          <p:cNvSpPr/>
          <p:nvPr/>
        </p:nvSpPr>
        <p:spPr>
          <a:xfrm>
            <a:off x="377461" y="2816685"/>
            <a:ext cx="3708557" cy="2623356"/>
          </a:xfrm>
          <a:custGeom>
            <a:avLst/>
            <a:gdLst/>
            <a:ahLst/>
            <a:cxnLst/>
            <a:rect l="l" t="t" r="r" b="b"/>
            <a:pathLst>
              <a:path w="3708557" h="2623356">
                <a:moveTo>
                  <a:pt x="0" y="0"/>
                </a:moveTo>
                <a:lnTo>
                  <a:pt x="3708557" y="0"/>
                </a:lnTo>
                <a:lnTo>
                  <a:pt x="3708557" y="2623356"/>
                </a:lnTo>
                <a:lnTo>
                  <a:pt x="0" y="2623356"/>
                </a:lnTo>
                <a:lnTo>
                  <a:pt x="0" y="0"/>
                </a:lnTo>
                <a:close/>
              </a:path>
            </a:pathLst>
          </a:custGeom>
          <a:solidFill>
            <a:srgbClr val="8B0000"/>
          </a:solidFill>
          <a:ln/>
        </p:spPr>
      </p:sp>
      <p:sp>
        <p:nvSpPr>
          <p:cNvPr id="13" name="Shape 11"/>
          <p:cNvSpPr/>
          <p:nvPr/>
        </p:nvSpPr>
        <p:spPr>
          <a:xfrm>
            <a:off x="651121" y="3137527"/>
            <a:ext cx="254786" cy="339715"/>
          </a:xfrm>
          <a:custGeom>
            <a:avLst/>
            <a:gdLst/>
            <a:ahLst/>
            <a:cxnLst/>
            <a:rect l="l" t="t" r="r" b="b"/>
            <a:pathLst>
              <a:path w="254786" h="339715">
                <a:moveTo>
                  <a:pt x="0" y="125137"/>
                </a:moveTo>
                <a:cubicBezTo>
                  <a:pt x="0" y="56000"/>
                  <a:pt x="57062" y="0"/>
                  <a:pt x="127393" y="0"/>
                </a:cubicBezTo>
                <a:cubicBezTo>
                  <a:pt x="197725" y="0"/>
                  <a:pt x="254786" y="56000"/>
                  <a:pt x="254786" y="125137"/>
                </a:cubicBezTo>
                <a:cubicBezTo>
                  <a:pt x="254786" y="204294"/>
                  <a:pt x="175033" y="299175"/>
                  <a:pt x="141725" y="335336"/>
                </a:cubicBezTo>
                <a:cubicBezTo>
                  <a:pt x="133896" y="343829"/>
                  <a:pt x="120824" y="343829"/>
                  <a:pt x="112995" y="335336"/>
                </a:cubicBezTo>
                <a:cubicBezTo>
                  <a:pt x="79687" y="299175"/>
                  <a:pt x="-66" y="204294"/>
                  <a:pt x="-66" y="125137"/>
                </a:cubicBezTo>
                <a:close/>
                <a:moveTo>
                  <a:pt x="127393" y="169858"/>
                </a:moveTo>
                <a:cubicBezTo>
                  <a:pt x="150830" y="169858"/>
                  <a:pt x="169858" y="150830"/>
                  <a:pt x="169858" y="127393"/>
                </a:cubicBezTo>
                <a:cubicBezTo>
                  <a:pt x="169858" y="103956"/>
                  <a:pt x="150830" y="84929"/>
                  <a:pt x="127393" y="84929"/>
                </a:cubicBezTo>
                <a:cubicBezTo>
                  <a:pt x="103956" y="84929"/>
                  <a:pt x="84929" y="103956"/>
                  <a:pt x="84929" y="127393"/>
                </a:cubicBezTo>
                <a:cubicBezTo>
                  <a:pt x="84929" y="150830"/>
                  <a:pt x="103956" y="169858"/>
                  <a:pt x="127393" y="169858"/>
                </a:cubicBezTo>
                <a:close/>
              </a:path>
            </a:pathLst>
          </a:custGeom>
          <a:solidFill>
            <a:srgbClr val="F9FAFB"/>
          </a:solidFill>
          <a:ln/>
        </p:spPr>
      </p:sp>
      <p:sp>
        <p:nvSpPr>
          <p:cNvPr id="14" name="Text 12"/>
          <p:cNvSpPr/>
          <p:nvPr/>
        </p:nvSpPr>
        <p:spPr>
          <a:xfrm>
            <a:off x="1104074" y="3005416"/>
            <a:ext cx="1311678" cy="339715"/>
          </a:xfrm>
          <a:prstGeom prst="rect">
            <a:avLst/>
          </a:prstGeom>
          <a:noFill/>
          <a:ln/>
        </p:spPr>
        <p:txBody>
          <a:bodyPr wrap="square" lIns="0" tIns="0" rIns="0" bIns="0" rtlCol="0" anchor="ctr"/>
          <a:lstStyle/>
          <a:p>
            <a:pPr>
              <a:lnSpc>
                <a:spcPct val="100000"/>
              </a:lnSpc>
            </a:pPr>
            <a:r>
              <a:rPr lang="en-US" sz="2229" b="1" dirty="0">
                <a:solidFill>
                  <a:srgbClr val="F9FAFB"/>
                </a:solidFill>
                <a:latin typeface="Sorts Mill Goudy" pitchFamily="34" charset="0"/>
                <a:ea typeface="Sorts Mill Goudy" pitchFamily="34" charset="-122"/>
                <a:cs typeface="Sorts Mill Goudy" pitchFamily="34" charset="-120"/>
              </a:rPr>
              <a:t>Australia</a:t>
            </a:r>
            <a:endParaRPr lang="en-US" sz="1600" dirty="0"/>
          </a:p>
        </p:txBody>
      </p:sp>
      <p:sp>
        <p:nvSpPr>
          <p:cNvPr id="15" name="Text 13"/>
          <p:cNvSpPr/>
          <p:nvPr/>
        </p:nvSpPr>
        <p:spPr>
          <a:xfrm>
            <a:off x="1104074" y="3345131"/>
            <a:ext cx="1311678" cy="264223"/>
          </a:xfrm>
          <a:prstGeom prst="rect">
            <a:avLst/>
          </a:prstGeom>
          <a:noFill/>
          <a:ln/>
        </p:spPr>
        <p:txBody>
          <a:bodyPr wrap="square" lIns="0" tIns="0" rIns="0" bIns="0" rtlCol="0" anchor="ctr"/>
          <a:lstStyle/>
          <a:p>
            <a:pPr>
              <a:lnSpc>
                <a:spcPct val="130000"/>
              </a:lnSpc>
            </a:pPr>
            <a:r>
              <a:rPr lang="en-US" sz="1500" dirty="0">
                <a:solidFill>
                  <a:srgbClr val="F9FAFB">
                    <a:alpha val="90000"/>
                  </a:srgbClr>
                </a:solidFill>
                <a:latin typeface="Sorts Mill Goudy" pitchFamily="34" charset="0"/>
                <a:ea typeface="Sorts Mill Goudy" pitchFamily="34" charset="-122"/>
                <a:cs typeface="Sorts Mill Goudy" pitchFamily="34" charset="-120"/>
              </a:rPr>
              <a:t>Oceania Market</a:t>
            </a:r>
            <a:endParaRPr lang="en-US" sz="1500" dirty="0"/>
          </a:p>
        </p:txBody>
      </p:sp>
      <p:sp>
        <p:nvSpPr>
          <p:cNvPr id="16" name="Shape 14"/>
          <p:cNvSpPr/>
          <p:nvPr/>
        </p:nvSpPr>
        <p:spPr>
          <a:xfrm>
            <a:off x="566192" y="4103828"/>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17" name="Text 15"/>
          <p:cNvSpPr/>
          <p:nvPr/>
        </p:nvSpPr>
        <p:spPr>
          <a:xfrm>
            <a:off x="566192" y="3779211"/>
            <a:ext cx="1402567" cy="264223"/>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Restaurant Count</a:t>
            </a:r>
          </a:p>
        </p:txBody>
      </p:sp>
      <p:sp>
        <p:nvSpPr>
          <p:cNvPr id="18" name="Text 16"/>
          <p:cNvSpPr/>
          <p:nvPr/>
        </p:nvSpPr>
        <p:spPr>
          <a:xfrm>
            <a:off x="3718230" y="3760338"/>
            <a:ext cx="273659"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ea typeface="Sorts Mill Goudy" pitchFamily="34" charset="-122"/>
                <a:cs typeface="Sorts Mill Goudy" pitchFamily="34" charset="-120"/>
              </a:rPr>
              <a:t>24</a:t>
            </a:r>
            <a:endParaRPr lang="en-US" sz="1600" dirty="0"/>
          </a:p>
        </p:txBody>
      </p:sp>
      <p:sp>
        <p:nvSpPr>
          <p:cNvPr id="19" name="Shape 17"/>
          <p:cNvSpPr/>
          <p:nvPr/>
        </p:nvSpPr>
        <p:spPr>
          <a:xfrm>
            <a:off x="566192" y="4526583"/>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20" name="Text 18"/>
          <p:cNvSpPr/>
          <p:nvPr/>
        </p:nvSpPr>
        <p:spPr>
          <a:xfrm>
            <a:off x="566192" y="4201966"/>
            <a:ext cx="820978" cy="226477"/>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Avg Rating</a:t>
            </a:r>
          </a:p>
        </p:txBody>
      </p:sp>
      <p:sp>
        <p:nvSpPr>
          <p:cNvPr id="21" name="Text 19"/>
          <p:cNvSpPr/>
          <p:nvPr/>
        </p:nvSpPr>
        <p:spPr>
          <a:xfrm>
            <a:off x="3576918" y="4183093"/>
            <a:ext cx="415207"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rPr>
              <a:t>3.66</a:t>
            </a:r>
            <a:endParaRPr lang="en-US" sz="1600" dirty="0"/>
          </a:p>
        </p:txBody>
      </p:sp>
      <p:sp>
        <p:nvSpPr>
          <p:cNvPr id="22" name="Shape 20"/>
          <p:cNvSpPr/>
          <p:nvPr/>
        </p:nvSpPr>
        <p:spPr>
          <a:xfrm>
            <a:off x="566192" y="4949347"/>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23" name="Text 21"/>
          <p:cNvSpPr/>
          <p:nvPr/>
        </p:nvSpPr>
        <p:spPr>
          <a:xfrm>
            <a:off x="566192" y="4624730"/>
            <a:ext cx="1262608" cy="245344"/>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Avg Cost (INR)</a:t>
            </a:r>
          </a:p>
        </p:txBody>
      </p:sp>
      <p:sp>
        <p:nvSpPr>
          <p:cNvPr id="24" name="Text 22"/>
          <p:cNvSpPr/>
          <p:nvPr/>
        </p:nvSpPr>
        <p:spPr>
          <a:xfrm>
            <a:off x="3391962" y="4605857"/>
            <a:ext cx="603938"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ea typeface="Sorts Mill Goudy" pitchFamily="34" charset="-122"/>
                <a:cs typeface="Sorts Mill Goudy" pitchFamily="34" charset="-120"/>
              </a:rPr>
              <a:t>₹1,455</a:t>
            </a:r>
            <a:endParaRPr lang="en-US" sz="1600" dirty="0"/>
          </a:p>
        </p:txBody>
      </p:sp>
      <p:sp>
        <p:nvSpPr>
          <p:cNvPr id="25" name="Text 23"/>
          <p:cNvSpPr/>
          <p:nvPr/>
        </p:nvSpPr>
        <p:spPr>
          <a:xfrm>
            <a:off x="566192" y="5028612"/>
            <a:ext cx="1262608" cy="256677"/>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Market Position</a:t>
            </a:r>
          </a:p>
        </p:txBody>
      </p:sp>
      <p:sp>
        <p:nvSpPr>
          <p:cNvPr id="26" name="Text 24"/>
          <p:cNvSpPr/>
          <p:nvPr/>
        </p:nvSpPr>
        <p:spPr>
          <a:xfrm>
            <a:off x="3172208" y="5028612"/>
            <a:ext cx="802105" cy="226477"/>
          </a:xfrm>
          <a:prstGeom prst="rect">
            <a:avLst/>
          </a:prstGeom>
          <a:noFill/>
          <a:ln/>
        </p:spPr>
        <p:txBody>
          <a:bodyPr wrap="square" lIns="0" tIns="0" rIns="0" bIns="0" rtlCol="0" anchor="ctr"/>
          <a:lstStyle/>
          <a:p>
            <a:pPr>
              <a:lnSpc>
                <a:spcPct val="120000"/>
              </a:lnSpc>
            </a:pPr>
            <a:r>
              <a:rPr lang="en-US" sz="1189" b="1" dirty="0">
                <a:solidFill>
                  <a:srgbClr val="F9FAFB"/>
                </a:solidFill>
                <a:latin typeface="Sorts Mill Goudy" pitchFamily="34" charset="0"/>
                <a:ea typeface="Sorts Mill Goudy" pitchFamily="34" charset="-122"/>
                <a:cs typeface="Sorts Mill Goudy" pitchFamily="34" charset="-120"/>
              </a:rPr>
              <a:t>Mid-Range</a:t>
            </a:r>
            <a:endParaRPr lang="en-US" sz="1600" dirty="0"/>
          </a:p>
        </p:txBody>
      </p:sp>
      <p:sp>
        <p:nvSpPr>
          <p:cNvPr id="27" name="Shape 25"/>
          <p:cNvSpPr/>
          <p:nvPr/>
        </p:nvSpPr>
        <p:spPr>
          <a:xfrm>
            <a:off x="4241486" y="2816685"/>
            <a:ext cx="3708557" cy="2623356"/>
          </a:xfrm>
          <a:custGeom>
            <a:avLst/>
            <a:gdLst/>
            <a:ahLst/>
            <a:cxnLst/>
            <a:rect l="l" t="t" r="r" b="b"/>
            <a:pathLst>
              <a:path w="3708557" h="2623356">
                <a:moveTo>
                  <a:pt x="0" y="0"/>
                </a:moveTo>
                <a:lnTo>
                  <a:pt x="3708557" y="0"/>
                </a:lnTo>
                <a:lnTo>
                  <a:pt x="3708557" y="2623356"/>
                </a:lnTo>
                <a:lnTo>
                  <a:pt x="0" y="2623356"/>
                </a:lnTo>
                <a:lnTo>
                  <a:pt x="0" y="0"/>
                </a:lnTo>
                <a:close/>
              </a:path>
            </a:pathLst>
          </a:custGeom>
          <a:solidFill>
            <a:srgbClr val="6B7280"/>
          </a:solidFill>
          <a:ln/>
        </p:spPr>
      </p:sp>
      <p:sp>
        <p:nvSpPr>
          <p:cNvPr id="28" name="Shape 26"/>
          <p:cNvSpPr/>
          <p:nvPr/>
        </p:nvSpPr>
        <p:spPr>
          <a:xfrm>
            <a:off x="4515145" y="3137527"/>
            <a:ext cx="254786" cy="339715"/>
          </a:xfrm>
          <a:custGeom>
            <a:avLst/>
            <a:gdLst/>
            <a:ahLst/>
            <a:cxnLst/>
            <a:rect l="l" t="t" r="r" b="b"/>
            <a:pathLst>
              <a:path w="254786" h="339715">
                <a:moveTo>
                  <a:pt x="0" y="125137"/>
                </a:moveTo>
                <a:cubicBezTo>
                  <a:pt x="0" y="56000"/>
                  <a:pt x="57062" y="0"/>
                  <a:pt x="127393" y="0"/>
                </a:cubicBezTo>
                <a:cubicBezTo>
                  <a:pt x="197725" y="0"/>
                  <a:pt x="254786" y="56000"/>
                  <a:pt x="254786" y="125137"/>
                </a:cubicBezTo>
                <a:cubicBezTo>
                  <a:pt x="254786" y="204294"/>
                  <a:pt x="175033" y="299175"/>
                  <a:pt x="141725" y="335336"/>
                </a:cubicBezTo>
                <a:cubicBezTo>
                  <a:pt x="133896" y="343829"/>
                  <a:pt x="120824" y="343829"/>
                  <a:pt x="112995" y="335336"/>
                </a:cubicBezTo>
                <a:cubicBezTo>
                  <a:pt x="79687" y="299175"/>
                  <a:pt x="-66" y="204294"/>
                  <a:pt x="-66" y="125137"/>
                </a:cubicBezTo>
                <a:close/>
                <a:moveTo>
                  <a:pt x="127393" y="169858"/>
                </a:moveTo>
                <a:cubicBezTo>
                  <a:pt x="150830" y="169858"/>
                  <a:pt x="169858" y="150830"/>
                  <a:pt x="169858" y="127393"/>
                </a:cubicBezTo>
                <a:cubicBezTo>
                  <a:pt x="169858" y="103956"/>
                  <a:pt x="150830" y="84929"/>
                  <a:pt x="127393" y="84929"/>
                </a:cubicBezTo>
                <a:cubicBezTo>
                  <a:pt x="103956" y="84929"/>
                  <a:pt x="84929" y="103956"/>
                  <a:pt x="84929" y="127393"/>
                </a:cubicBezTo>
                <a:cubicBezTo>
                  <a:pt x="84929" y="150830"/>
                  <a:pt x="103956" y="169858"/>
                  <a:pt x="127393" y="169858"/>
                </a:cubicBezTo>
                <a:close/>
              </a:path>
            </a:pathLst>
          </a:custGeom>
          <a:solidFill>
            <a:srgbClr val="F9FAFB"/>
          </a:solidFill>
          <a:ln/>
        </p:spPr>
      </p:sp>
      <p:sp>
        <p:nvSpPr>
          <p:cNvPr id="29" name="Text 27"/>
          <p:cNvSpPr/>
          <p:nvPr/>
        </p:nvSpPr>
        <p:spPr>
          <a:xfrm>
            <a:off x="4968099" y="3005416"/>
            <a:ext cx="1566464" cy="339715"/>
          </a:xfrm>
          <a:prstGeom prst="rect">
            <a:avLst/>
          </a:prstGeom>
          <a:noFill/>
          <a:ln/>
        </p:spPr>
        <p:txBody>
          <a:bodyPr wrap="square" lIns="0" tIns="0" rIns="0" bIns="0" rtlCol="0" anchor="ctr"/>
          <a:lstStyle/>
          <a:p>
            <a:pPr>
              <a:lnSpc>
                <a:spcPct val="100000"/>
              </a:lnSpc>
            </a:pPr>
            <a:r>
              <a:rPr lang="en-US" sz="2229" b="1" dirty="0">
                <a:solidFill>
                  <a:srgbClr val="F9FAFB"/>
                </a:solidFill>
                <a:latin typeface="Sorts Mill Goudy" pitchFamily="34" charset="0"/>
                <a:ea typeface="Sorts Mill Goudy" pitchFamily="34" charset="-122"/>
                <a:cs typeface="Sorts Mill Goudy" pitchFamily="34" charset="-120"/>
              </a:rPr>
              <a:t>Qatar</a:t>
            </a:r>
            <a:endParaRPr lang="en-US" sz="1600" dirty="0"/>
          </a:p>
        </p:txBody>
      </p:sp>
      <p:sp>
        <p:nvSpPr>
          <p:cNvPr id="30" name="Text 28"/>
          <p:cNvSpPr/>
          <p:nvPr/>
        </p:nvSpPr>
        <p:spPr>
          <a:xfrm>
            <a:off x="4968099" y="3345131"/>
            <a:ext cx="1967281" cy="264223"/>
          </a:xfrm>
          <a:prstGeom prst="rect">
            <a:avLst/>
          </a:prstGeom>
          <a:noFill/>
          <a:ln/>
        </p:spPr>
        <p:txBody>
          <a:bodyPr wrap="square" lIns="0" tIns="0" rIns="0" bIns="0" rtlCol="0" anchor="ctr"/>
          <a:lstStyle/>
          <a:p>
            <a:pPr>
              <a:lnSpc>
                <a:spcPct val="130000"/>
              </a:lnSpc>
            </a:pPr>
            <a:r>
              <a:rPr lang="en-US" sz="1500" dirty="0">
                <a:solidFill>
                  <a:srgbClr val="F9FAFB">
                    <a:alpha val="90000"/>
                  </a:srgbClr>
                </a:solidFill>
                <a:latin typeface="Sorts Mill Goudy" pitchFamily="34" charset="0"/>
              </a:rPr>
              <a:t>Middle Eastern Market</a:t>
            </a:r>
          </a:p>
        </p:txBody>
      </p:sp>
      <p:sp>
        <p:nvSpPr>
          <p:cNvPr id="31" name="Shape 29"/>
          <p:cNvSpPr/>
          <p:nvPr/>
        </p:nvSpPr>
        <p:spPr>
          <a:xfrm>
            <a:off x="4430216" y="4103828"/>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32" name="Text 30"/>
          <p:cNvSpPr/>
          <p:nvPr/>
        </p:nvSpPr>
        <p:spPr>
          <a:xfrm>
            <a:off x="4430216" y="3779211"/>
            <a:ext cx="1405273" cy="264223"/>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Restaurant Count</a:t>
            </a:r>
          </a:p>
        </p:txBody>
      </p:sp>
      <p:sp>
        <p:nvSpPr>
          <p:cNvPr id="33" name="Text 31"/>
          <p:cNvSpPr/>
          <p:nvPr/>
        </p:nvSpPr>
        <p:spPr>
          <a:xfrm>
            <a:off x="7577536" y="3760338"/>
            <a:ext cx="283096"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ea typeface="Sorts Mill Goudy" pitchFamily="34" charset="-122"/>
                <a:cs typeface="Sorts Mill Goudy" pitchFamily="34" charset="-120"/>
              </a:rPr>
              <a:t>20</a:t>
            </a:r>
            <a:endParaRPr lang="en-US" sz="1600" dirty="0"/>
          </a:p>
        </p:txBody>
      </p:sp>
      <p:sp>
        <p:nvSpPr>
          <p:cNvPr id="34" name="Shape 32"/>
          <p:cNvSpPr/>
          <p:nvPr/>
        </p:nvSpPr>
        <p:spPr>
          <a:xfrm>
            <a:off x="4430216" y="4526583"/>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35" name="Text 33"/>
          <p:cNvSpPr/>
          <p:nvPr/>
        </p:nvSpPr>
        <p:spPr>
          <a:xfrm>
            <a:off x="4430216" y="4201966"/>
            <a:ext cx="820978" cy="226477"/>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Avg Rating</a:t>
            </a:r>
          </a:p>
        </p:txBody>
      </p:sp>
      <p:sp>
        <p:nvSpPr>
          <p:cNvPr id="36" name="Text 34"/>
          <p:cNvSpPr/>
          <p:nvPr/>
        </p:nvSpPr>
        <p:spPr>
          <a:xfrm>
            <a:off x="7429382" y="4183093"/>
            <a:ext cx="434080"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ea typeface="Sorts Mill Goudy" pitchFamily="34" charset="-122"/>
                <a:cs typeface="Sorts Mill Goudy" pitchFamily="34" charset="-120"/>
              </a:rPr>
              <a:t>4.06</a:t>
            </a:r>
            <a:endParaRPr lang="en-US" sz="1600" dirty="0"/>
          </a:p>
        </p:txBody>
      </p:sp>
      <p:sp>
        <p:nvSpPr>
          <p:cNvPr id="37" name="Shape 35"/>
          <p:cNvSpPr/>
          <p:nvPr/>
        </p:nvSpPr>
        <p:spPr>
          <a:xfrm>
            <a:off x="4430216" y="4949347"/>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38" name="Text 36"/>
          <p:cNvSpPr/>
          <p:nvPr/>
        </p:nvSpPr>
        <p:spPr>
          <a:xfrm>
            <a:off x="4430216" y="4624730"/>
            <a:ext cx="1218964" cy="264223"/>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Avg Cost (INR)</a:t>
            </a:r>
          </a:p>
        </p:txBody>
      </p:sp>
      <p:sp>
        <p:nvSpPr>
          <p:cNvPr id="39" name="Text 37"/>
          <p:cNvSpPr/>
          <p:nvPr/>
        </p:nvSpPr>
        <p:spPr>
          <a:xfrm>
            <a:off x="7312251" y="4605857"/>
            <a:ext cx="547319"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ea typeface="Sorts Mill Goudy" pitchFamily="34" charset="-122"/>
                <a:cs typeface="Sorts Mill Goudy" pitchFamily="34" charset="-120"/>
              </a:rPr>
              <a:t>₹5,527</a:t>
            </a:r>
            <a:endParaRPr lang="en-US" sz="1600" dirty="0"/>
          </a:p>
        </p:txBody>
      </p:sp>
      <p:sp>
        <p:nvSpPr>
          <p:cNvPr id="40" name="Text 38"/>
          <p:cNvSpPr/>
          <p:nvPr/>
        </p:nvSpPr>
        <p:spPr>
          <a:xfrm>
            <a:off x="4430216" y="5028612"/>
            <a:ext cx="1255059" cy="296896"/>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Market Position</a:t>
            </a:r>
          </a:p>
        </p:txBody>
      </p:sp>
      <p:sp>
        <p:nvSpPr>
          <p:cNvPr id="41" name="Text 39"/>
          <p:cNvSpPr/>
          <p:nvPr/>
        </p:nvSpPr>
        <p:spPr>
          <a:xfrm>
            <a:off x="7174006" y="5028612"/>
            <a:ext cx="669994" cy="226477"/>
          </a:xfrm>
          <a:prstGeom prst="rect">
            <a:avLst/>
          </a:prstGeom>
          <a:noFill/>
          <a:ln/>
        </p:spPr>
        <p:txBody>
          <a:bodyPr wrap="square" lIns="0" tIns="0" rIns="0" bIns="0" rtlCol="0" anchor="ctr"/>
          <a:lstStyle/>
          <a:p>
            <a:pPr>
              <a:lnSpc>
                <a:spcPct val="120000"/>
              </a:lnSpc>
            </a:pPr>
            <a:r>
              <a:rPr lang="en-US" sz="1189" b="1" dirty="0">
                <a:solidFill>
                  <a:srgbClr val="F9FAFB"/>
                </a:solidFill>
                <a:latin typeface="Sorts Mill Goudy" pitchFamily="34" charset="0"/>
                <a:ea typeface="Sorts Mill Goudy" pitchFamily="34" charset="-122"/>
                <a:cs typeface="Sorts Mill Goudy" pitchFamily="34" charset="-120"/>
              </a:rPr>
              <a:t>Premium</a:t>
            </a:r>
            <a:endParaRPr lang="en-US" sz="1600" dirty="0"/>
          </a:p>
        </p:txBody>
      </p:sp>
      <p:sp>
        <p:nvSpPr>
          <p:cNvPr id="42" name="Shape 40"/>
          <p:cNvSpPr/>
          <p:nvPr/>
        </p:nvSpPr>
        <p:spPr>
          <a:xfrm>
            <a:off x="8105510" y="2816685"/>
            <a:ext cx="3708557" cy="2623356"/>
          </a:xfrm>
          <a:custGeom>
            <a:avLst/>
            <a:gdLst/>
            <a:ahLst/>
            <a:cxnLst/>
            <a:rect l="l" t="t" r="r" b="b"/>
            <a:pathLst>
              <a:path w="3708557" h="2623356">
                <a:moveTo>
                  <a:pt x="0" y="0"/>
                </a:moveTo>
                <a:lnTo>
                  <a:pt x="3708557" y="0"/>
                </a:lnTo>
                <a:lnTo>
                  <a:pt x="3708557" y="2623356"/>
                </a:lnTo>
                <a:lnTo>
                  <a:pt x="0" y="2623356"/>
                </a:lnTo>
                <a:lnTo>
                  <a:pt x="0" y="0"/>
                </a:lnTo>
                <a:close/>
              </a:path>
            </a:pathLst>
          </a:custGeom>
          <a:solidFill>
            <a:srgbClr val="1F2937"/>
          </a:solidFill>
          <a:ln/>
        </p:spPr>
      </p:sp>
      <p:sp>
        <p:nvSpPr>
          <p:cNvPr id="43" name="Shape 41"/>
          <p:cNvSpPr/>
          <p:nvPr/>
        </p:nvSpPr>
        <p:spPr>
          <a:xfrm>
            <a:off x="8379169" y="3137527"/>
            <a:ext cx="254786" cy="339715"/>
          </a:xfrm>
          <a:custGeom>
            <a:avLst/>
            <a:gdLst/>
            <a:ahLst/>
            <a:cxnLst/>
            <a:rect l="l" t="t" r="r" b="b"/>
            <a:pathLst>
              <a:path w="254786" h="339715">
                <a:moveTo>
                  <a:pt x="0" y="125137"/>
                </a:moveTo>
                <a:cubicBezTo>
                  <a:pt x="0" y="56000"/>
                  <a:pt x="57062" y="0"/>
                  <a:pt x="127393" y="0"/>
                </a:cubicBezTo>
                <a:cubicBezTo>
                  <a:pt x="197725" y="0"/>
                  <a:pt x="254786" y="56000"/>
                  <a:pt x="254786" y="125137"/>
                </a:cubicBezTo>
                <a:cubicBezTo>
                  <a:pt x="254786" y="204294"/>
                  <a:pt x="175033" y="299175"/>
                  <a:pt x="141725" y="335336"/>
                </a:cubicBezTo>
                <a:cubicBezTo>
                  <a:pt x="133896" y="343829"/>
                  <a:pt x="120824" y="343829"/>
                  <a:pt x="112995" y="335336"/>
                </a:cubicBezTo>
                <a:cubicBezTo>
                  <a:pt x="79687" y="299175"/>
                  <a:pt x="-66" y="204294"/>
                  <a:pt x="-66" y="125137"/>
                </a:cubicBezTo>
                <a:close/>
                <a:moveTo>
                  <a:pt x="127393" y="169858"/>
                </a:moveTo>
                <a:cubicBezTo>
                  <a:pt x="150830" y="169858"/>
                  <a:pt x="169858" y="150830"/>
                  <a:pt x="169858" y="127393"/>
                </a:cubicBezTo>
                <a:cubicBezTo>
                  <a:pt x="169858" y="103956"/>
                  <a:pt x="150830" y="84929"/>
                  <a:pt x="127393" y="84929"/>
                </a:cubicBezTo>
                <a:cubicBezTo>
                  <a:pt x="103956" y="84929"/>
                  <a:pt x="84929" y="103956"/>
                  <a:pt x="84929" y="127393"/>
                </a:cubicBezTo>
                <a:cubicBezTo>
                  <a:pt x="84929" y="150830"/>
                  <a:pt x="103956" y="169858"/>
                  <a:pt x="127393" y="169858"/>
                </a:cubicBezTo>
                <a:close/>
              </a:path>
            </a:pathLst>
          </a:custGeom>
          <a:solidFill>
            <a:srgbClr val="F9FAFB"/>
          </a:solidFill>
          <a:ln/>
        </p:spPr>
      </p:sp>
      <p:sp>
        <p:nvSpPr>
          <p:cNvPr id="44" name="Text 42"/>
          <p:cNvSpPr/>
          <p:nvPr/>
        </p:nvSpPr>
        <p:spPr>
          <a:xfrm>
            <a:off x="8832123" y="3005416"/>
            <a:ext cx="1811814" cy="339715"/>
          </a:xfrm>
          <a:prstGeom prst="rect">
            <a:avLst/>
          </a:prstGeom>
          <a:noFill/>
          <a:ln/>
        </p:spPr>
        <p:txBody>
          <a:bodyPr wrap="square" lIns="0" tIns="0" rIns="0" bIns="0" rtlCol="0" anchor="ctr"/>
          <a:lstStyle/>
          <a:p>
            <a:pPr>
              <a:lnSpc>
                <a:spcPct val="100000"/>
              </a:lnSpc>
            </a:pPr>
            <a:r>
              <a:rPr lang="en-US" sz="2229" b="1" dirty="0">
                <a:solidFill>
                  <a:srgbClr val="F9FAFB"/>
                </a:solidFill>
                <a:latin typeface="Sorts Mill Goudy" pitchFamily="34" charset="0"/>
                <a:ea typeface="Sorts Mill Goudy" pitchFamily="34" charset="-122"/>
                <a:cs typeface="Sorts Mill Goudy" pitchFamily="34" charset="-120"/>
              </a:rPr>
              <a:t>Canada</a:t>
            </a:r>
            <a:endParaRPr lang="en-US" sz="1600" dirty="0"/>
          </a:p>
        </p:txBody>
      </p:sp>
      <p:sp>
        <p:nvSpPr>
          <p:cNvPr id="45" name="Text 43"/>
          <p:cNvSpPr/>
          <p:nvPr/>
        </p:nvSpPr>
        <p:spPr>
          <a:xfrm>
            <a:off x="8832122" y="3345131"/>
            <a:ext cx="2019379" cy="301969"/>
          </a:xfrm>
          <a:prstGeom prst="rect">
            <a:avLst/>
          </a:prstGeom>
          <a:noFill/>
          <a:ln/>
        </p:spPr>
        <p:txBody>
          <a:bodyPr wrap="square" lIns="0" tIns="0" rIns="0" bIns="0" rtlCol="0" anchor="ctr"/>
          <a:lstStyle/>
          <a:p>
            <a:pPr>
              <a:lnSpc>
                <a:spcPct val="130000"/>
              </a:lnSpc>
            </a:pPr>
            <a:r>
              <a:rPr lang="en-US" sz="1500" dirty="0">
                <a:solidFill>
                  <a:srgbClr val="F9FAFB">
                    <a:alpha val="90000"/>
                  </a:srgbClr>
                </a:solidFill>
                <a:latin typeface="Sorts Mill Goudy" pitchFamily="34" charset="0"/>
              </a:rPr>
              <a:t>North American Market</a:t>
            </a:r>
          </a:p>
        </p:txBody>
      </p:sp>
      <p:sp>
        <p:nvSpPr>
          <p:cNvPr id="46" name="Shape 44"/>
          <p:cNvSpPr/>
          <p:nvPr/>
        </p:nvSpPr>
        <p:spPr>
          <a:xfrm>
            <a:off x="8294240" y="4103828"/>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47" name="Text 45"/>
          <p:cNvSpPr/>
          <p:nvPr/>
        </p:nvSpPr>
        <p:spPr>
          <a:xfrm>
            <a:off x="8294240" y="3779211"/>
            <a:ext cx="1353613" cy="226477"/>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ea typeface="Sorts Mill Goudy" pitchFamily="34" charset="-122"/>
                <a:cs typeface="Sorts Mill Goudy" pitchFamily="34" charset="-120"/>
              </a:rPr>
              <a:t>Restaurant Count</a:t>
            </a:r>
            <a:endParaRPr lang="en-US" sz="1300" dirty="0"/>
          </a:p>
        </p:txBody>
      </p:sp>
      <p:sp>
        <p:nvSpPr>
          <p:cNvPr id="48" name="Text 46"/>
          <p:cNvSpPr/>
          <p:nvPr/>
        </p:nvSpPr>
        <p:spPr>
          <a:xfrm>
            <a:off x="11534745" y="3760338"/>
            <a:ext cx="188731"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ea typeface="Sorts Mill Goudy" pitchFamily="34" charset="-122"/>
                <a:cs typeface="Sorts Mill Goudy" pitchFamily="34" charset="-120"/>
              </a:rPr>
              <a:t>4</a:t>
            </a:r>
            <a:endParaRPr lang="en-US" sz="1600" dirty="0"/>
          </a:p>
        </p:txBody>
      </p:sp>
      <p:sp>
        <p:nvSpPr>
          <p:cNvPr id="49" name="Shape 47"/>
          <p:cNvSpPr/>
          <p:nvPr/>
        </p:nvSpPr>
        <p:spPr>
          <a:xfrm>
            <a:off x="8294240" y="4526583"/>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50" name="Text 48"/>
          <p:cNvSpPr/>
          <p:nvPr/>
        </p:nvSpPr>
        <p:spPr>
          <a:xfrm>
            <a:off x="8294240" y="4201966"/>
            <a:ext cx="820978" cy="226477"/>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Avg Rating</a:t>
            </a:r>
          </a:p>
        </p:txBody>
      </p:sp>
      <p:sp>
        <p:nvSpPr>
          <p:cNvPr id="51" name="Text 49"/>
          <p:cNvSpPr/>
          <p:nvPr/>
        </p:nvSpPr>
        <p:spPr>
          <a:xfrm>
            <a:off x="11377392" y="4183093"/>
            <a:ext cx="349152"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ea typeface="Sorts Mill Goudy" pitchFamily="34" charset="-122"/>
                <a:cs typeface="Sorts Mill Goudy" pitchFamily="34" charset="-120"/>
              </a:rPr>
              <a:t>3.58</a:t>
            </a:r>
            <a:endParaRPr lang="en-US" sz="1600" dirty="0"/>
          </a:p>
        </p:txBody>
      </p:sp>
      <p:sp>
        <p:nvSpPr>
          <p:cNvPr id="52" name="Shape 50"/>
          <p:cNvSpPr/>
          <p:nvPr/>
        </p:nvSpPr>
        <p:spPr>
          <a:xfrm>
            <a:off x="8294240" y="4949347"/>
            <a:ext cx="3331096" cy="7549"/>
          </a:xfrm>
          <a:custGeom>
            <a:avLst/>
            <a:gdLst/>
            <a:ahLst/>
            <a:cxnLst/>
            <a:rect l="l" t="t" r="r" b="b"/>
            <a:pathLst>
              <a:path w="3331096" h="7549">
                <a:moveTo>
                  <a:pt x="0" y="0"/>
                </a:moveTo>
                <a:lnTo>
                  <a:pt x="3331096" y="0"/>
                </a:lnTo>
                <a:lnTo>
                  <a:pt x="3331096" y="7549"/>
                </a:lnTo>
                <a:lnTo>
                  <a:pt x="0" y="7549"/>
                </a:lnTo>
                <a:lnTo>
                  <a:pt x="0" y="0"/>
                </a:lnTo>
                <a:close/>
              </a:path>
            </a:pathLst>
          </a:custGeom>
          <a:solidFill>
            <a:srgbClr val="F9FAFB">
              <a:alpha val="20000"/>
            </a:srgbClr>
          </a:solidFill>
          <a:ln/>
        </p:spPr>
      </p:sp>
      <p:sp>
        <p:nvSpPr>
          <p:cNvPr id="53" name="Text 51"/>
          <p:cNvSpPr/>
          <p:nvPr/>
        </p:nvSpPr>
        <p:spPr>
          <a:xfrm>
            <a:off x="8294239" y="4624730"/>
            <a:ext cx="1228401" cy="264223"/>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Avg Cost (INR)</a:t>
            </a:r>
          </a:p>
        </p:txBody>
      </p:sp>
      <p:sp>
        <p:nvSpPr>
          <p:cNvPr id="54" name="Text 52"/>
          <p:cNvSpPr/>
          <p:nvPr/>
        </p:nvSpPr>
        <p:spPr>
          <a:xfrm>
            <a:off x="11141125" y="4605857"/>
            <a:ext cx="585065" cy="264223"/>
          </a:xfrm>
          <a:prstGeom prst="rect">
            <a:avLst/>
          </a:prstGeom>
          <a:noFill/>
          <a:ln/>
        </p:spPr>
        <p:txBody>
          <a:bodyPr wrap="square" lIns="0" tIns="0" rIns="0" bIns="0" rtlCol="0" anchor="ctr"/>
          <a:lstStyle/>
          <a:p>
            <a:pPr>
              <a:lnSpc>
                <a:spcPct val="120000"/>
              </a:lnSpc>
            </a:pPr>
            <a:r>
              <a:rPr lang="en-US" sz="1486" b="1" dirty="0">
                <a:solidFill>
                  <a:srgbClr val="F9FAFB"/>
                </a:solidFill>
                <a:latin typeface="Sorts Mill Goudy" pitchFamily="34" charset="0"/>
                <a:ea typeface="Sorts Mill Goudy" pitchFamily="34" charset="-122"/>
                <a:cs typeface="Sorts Mill Goudy" pitchFamily="34" charset="-120"/>
              </a:rPr>
              <a:t>₹2,382</a:t>
            </a:r>
            <a:endParaRPr lang="en-US" sz="1600" dirty="0"/>
          </a:p>
        </p:txBody>
      </p:sp>
      <p:sp>
        <p:nvSpPr>
          <p:cNvPr id="55" name="Text 53"/>
          <p:cNvSpPr/>
          <p:nvPr/>
        </p:nvSpPr>
        <p:spPr>
          <a:xfrm>
            <a:off x="8294240" y="5028612"/>
            <a:ext cx="1228400" cy="275556"/>
          </a:xfrm>
          <a:prstGeom prst="rect">
            <a:avLst/>
          </a:prstGeom>
          <a:noFill/>
          <a:ln/>
        </p:spPr>
        <p:txBody>
          <a:bodyPr wrap="square" lIns="0" tIns="0" rIns="0" bIns="0" rtlCol="0" anchor="ctr"/>
          <a:lstStyle/>
          <a:p>
            <a:pPr>
              <a:lnSpc>
                <a:spcPct val="120000"/>
              </a:lnSpc>
            </a:pPr>
            <a:r>
              <a:rPr lang="en-US" sz="1300" dirty="0">
                <a:solidFill>
                  <a:srgbClr val="F9FAFB"/>
                </a:solidFill>
                <a:latin typeface="Sorts Mill Goudy" pitchFamily="34" charset="0"/>
              </a:rPr>
              <a:t>Market Position</a:t>
            </a:r>
          </a:p>
        </p:txBody>
      </p:sp>
      <p:sp>
        <p:nvSpPr>
          <p:cNvPr id="56" name="Text 54"/>
          <p:cNvSpPr/>
          <p:nvPr/>
        </p:nvSpPr>
        <p:spPr>
          <a:xfrm>
            <a:off x="11007362" y="5028612"/>
            <a:ext cx="698303" cy="226477"/>
          </a:xfrm>
          <a:prstGeom prst="rect">
            <a:avLst/>
          </a:prstGeom>
          <a:noFill/>
          <a:ln/>
        </p:spPr>
        <p:txBody>
          <a:bodyPr wrap="square" lIns="0" tIns="0" rIns="0" bIns="0" rtlCol="0" anchor="ctr"/>
          <a:lstStyle/>
          <a:p>
            <a:pPr>
              <a:lnSpc>
                <a:spcPct val="120000"/>
              </a:lnSpc>
            </a:pPr>
            <a:r>
              <a:rPr lang="en-US" sz="1189" b="1" dirty="0">
                <a:solidFill>
                  <a:srgbClr val="F9FAFB"/>
                </a:solidFill>
                <a:latin typeface="Sorts Mill Goudy" pitchFamily="34" charset="0"/>
                <a:ea typeface="Sorts Mill Goudy" pitchFamily="34" charset="-122"/>
                <a:cs typeface="Sorts Mill Goudy" pitchFamily="34" charset="-120"/>
              </a:rPr>
              <a:t>Emerging</a:t>
            </a:r>
            <a:endParaRPr lang="en-US" sz="1600" dirty="0"/>
          </a:p>
        </p:txBody>
      </p:sp>
      <p:sp>
        <p:nvSpPr>
          <p:cNvPr id="57" name="Shape 55"/>
          <p:cNvSpPr/>
          <p:nvPr/>
        </p:nvSpPr>
        <p:spPr>
          <a:xfrm>
            <a:off x="396334" y="5594804"/>
            <a:ext cx="11418204" cy="1273932"/>
          </a:xfrm>
          <a:custGeom>
            <a:avLst/>
            <a:gdLst/>
            <a:ahLst/>
            <a:cxnLst/>
            <a:rect l="l" t="t" r="r" b="b"/>
            <a:pathLst>
              <a:path w="11418204" h="1273932">
                <a:moveTo>
                  <a:pt x="0" y="0"/>
                </a:moveTo>
                <a:lnTo>
                  <a:pt x="11418204" y="0"/>
                </a:lnTo>
                <a:lnTo>
                  <a:pt x="11418204" y="1273932"/>
                </a:lnTo>
                <a:lnTo>
                  <a:pt x="0" y="1273932"/>
                </a:lnTo>
                <a:lnTo>
                  <a:pt x="0" y="0"/>
                </a:lnTo>
                <a:close/>
              </a:path>
            </a:pathLst>
          </a:custGeom>
          <a:solidFill>
            <a:srgbClr val="8B0000">
              <a:alpha val="10196"/>
            </a:srgbClr>
          </a:solidFill>
          <a:ln/>
        </p:spPr>
      </p:sp>
      <p:sp>
        <p:nvSpPr>
          <p:cNvPr id="58" name="Shape 56"/>
          <p:cNvSpPr/>
          <p:nvPr/>
        </p:nvSpPr>
        <p:spPr>
          <a:xfrm>
            <a:off x="396334" y="5594804"/>
            <a:ext cx="37746" cy="1273932"/>
          </a:xfrm>
          <a:custGeom>
            <a:avLst/>
            <a:gdLst/>
            <a:ahLst/>
            <a:cxnLst/>
            <a:rect l="l" t="t" r="r" b="b"/>
            <a:pathLst>
              <a:path w="37746" h="1273932">
                <a:moveTo>
                  <a:pt x="0" y="0"/>
                </a:moveTo>
                <a:lnTo>
                  <a:pt x="37746" y="0"/>
                </a:lnTo>
                <a:lnTo>
                  <a:pt x="37746" y="1273932"/>
                </a:lnTo>
                <a:lnTo>
                  <a:pt x="0" y="1273932"/>
                </a:lnTo>
                <a:lnTo>
                  <a:pt x="0" y="0"/>
                </a:lnTo>
                <a:close/>
              </a:path>
            </a:pathLst>
          </a:custGeom>
          <a:solidFill>
            <a:srgbClr val="8B0000"/>
          </a:solidFill>
          <a:ln/>
        </p:spPr>
      </p:sp>
      <p:sp>
        <p:nvSpPr>
          <p:cNvPr id="59" name="Shape 57"/>
          <p:cNvSpPr/>
          <p:nvPr/>
        </p:nvSpPr>
        <p:spPr>
          <a:xfrm>
            <a:off x="606297" y="5783535"/>
            <a:ext cx="212322" cy="283096"/>
          </a:xfrm>
          <a:custGeom>
            <a:avLst/>
            <a:gdLst/>
            <a:ahLst/>
            <a:cxnLst/>
            <a:rect l="l" t="t" r="r" b="b"/>
            <a:pathLst>
              <a:path w="212322" h="283096">
                <a:moveTo>
                  <a:pt x="161951" y="212322"/>
                </a:moveTo>
                <a:cubicBezTo>
                  <a:pt x="165987" y="199992"/>
                  <a:pt x="174060" y="188823"/>
                  <a:pt x="183183" y="179202"/>
                </a:cubicBezTo>
                <a:cubicBezTo>
                  <a:pt x="201264" y="160181"/>
                  <a:pt x="212322" y="134471"/>
                  <a:pt x="212322" y="106161"/>
                </a:cubicBezTo>
                <a:cubicBezTo>
                  <a:pt x="212322" y="47551"/>
                  <a:pt x="164771" y="0"/>
                  <a:pt x="106161" y="0"/>
                </a:cubicBezTo>
                <a:cubicBezTo>
                  <a:pt x="47551" y="0"/>
                  <a:pt x="0" y="47551"/>
                  <a:pt x="0" y="106161"/>
                </a:cubicBezTo>
                <a:cubicBezTo>
                  <a:pt x="0" y="134471"/>
                  <a:pt x="11058" y="160181"/>
                  <a:pt x="29139" y="179202"/>
                </a:cubicBezTo>
                <a:cubicBezTo>
                  <a:pt x="38262" y="188823"/>
                  <a:pt x="46390" y="199992"/>
                  <a:pt x="50371" y="212322"/>
                </a:cubicBezTo>
                <a:lnTo>
                  <a:pt x="161896" y="212322"/>
                </a:lnTo>
                <a:close/>
                <a:moveTo>
                  <a:pt x="159241" y="238862"/>
                </a:moveTo>
                <a:lnTo>
                  <a:pt x="53080" y="238862"/>
                </a:lnTo>
                <a:lnTo>
                  <a:pt x="53080" y="247709"/>
                </a:lnTo>
                <a:cubicBezTo>
                  <a:pt x="53080" y="272148"/>
                  <a:pt x="72875" y="291943"/>
                  <a:pt x="97314" y="291943"/>
                </a:cubicBezTo>
                <a:lnTo>
                  <a:pt x="115008" y="291943"/>
                </a:lnTo>
                <a:cubicBezTo>
                  <a:pt x="139447" y="291943"/>
                  <a:pt x="159241" y="272148"/>
                  <a:pt x="159241" y="247709"/>
                </a:cubicBezTo>
                <a:lnTo>
                  <a:pt x="159241" y="238862"/>
                </a:lnTo>
                <a:close/>
                <a:moveTo>
                  <a:pt x="101738" y="61927"/>
                </a:moveTo>
                <a:cubicBezTo>
                  <a:pt x="79731" y="61927"/>
                  <a:pt x="61927" y="79731"/>
                  <a:pt x="61927" y="101738"/>
                </a:cubicBezTo>
                <a:cubicBezTo>
                  <a:pt x="61927" y="109091"/>
                  <a:pt x="56011" y="115008"/>
                  <a:pt x="48657" y="115008"/>
                </a:cubicBezTo>
                <a:cubicBezTo>
                  <a:pt x="41303" y="115008"/>
                  <a:pt x="35387" y="109091"/>
                  <a:pt x="35387" y="101738"/>
                </a:cubicBezTo>
                <a:cubicBezTo>
                  <a:pt x="35387" y="65079"/>
                  <a:pt x="65079" y="35387"/>
                  <a:pt x="101738" y="35387"/>
                </a:cubicBezTo>
                <a:cubicBezTo>
                  <a:pt x="109091" y="35387"/>
                  <a:pt x="115008" y="41303"/>
                  <a:pt x="115008" y="48657"/>
                </a:cubicBezTo>
                <a:cubicBezTo>
                  <a:pt x="115008" y="56011"/>
                  <a:pt x="109091" y="61927"/>
                  <a:pt x="101738" y="61927"/>
                </a:cubicBezTo>
                <a:close/>
              </a:path>
            </a:pathLst>
          </a:custGeom>
          <a:solidFill>
            <a:srgbClr val="8B0000"/>
          </a:solidFill>
          <a:ln/>
        </p:spPr>
      </p:sp>
      <p:sp>
        <p:nvSpPr>
          <p:cNvPr id="60" name="Text 58"/>
          <p:cNvSpPr/>
          <p:nvPr/>
        </p:nvSpPr>
        <p:spPr>
          <a:xfrm>
            <a:off x="975148" y="5783535"/>
            <a:ext cx="10748211" cy="264223"/>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Strategic Rationale</a:t>
            </a:r>
            <a:endParaRPr lang="en-US" sz="1500" dirty="0"/>
          </a:p>
        </p:txBody>
      </p:sp>
      <p:sp>
        <p:nvSpPr>
          <p:cNvPr id="61" name="Text 59"/>
          <p:cNvSpPr/>
          <p:nvPr/>
        </p:nvSpPr>
        <p:spPr>
          <a:xfrm>
            <a:off x="975148" y="6123250"/>
            <a:ext cx="10738774" cy="556755"/>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These markets offer optimal balance of low competition (≤30 restaurants each), healthy demand indicators (moderate to high ratings), and profitable pricing environments. Early entry enables rapid brand establishment and market share capture before competition intensifies.</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5120" y="373888"/>
            <a:ext cx="455168" cy="455168"/>
          </a:xfrm>
          <a:custGeom>
            <a:avLst/>
            <a:gdLst/>
            <a:ahLst/>
            <a:cxnLst/>
            <a:rect l="l" t="t" r="r" b="b"/>
            <a:pathLst>
              <a:path w="455168" h="455168">
                <a:moveTo>
                  <a:pt x="227584" y="0"/>
                </a:moveTo>
                <a:lnTo>
                  <a:pt x="227584" y="0"/>
                </a:lnTo>
                <a:cubicBezTo>
                  <a:pt x="353275" y="0"/>
                  <a:pt x="455168" y="101893"/>
                  <a:pt x="455168" y="227584"/>
                </a:cubicBezTo>
                <a:lnTo>
                  <a:pt x="455168" y="227584"/>
                </a:lnTo>
                <a:cubicBezTo>
                  <a:pt x="455168" y="353275"/>
                  <a:pt x="353275" y="455168"/>
                  <a:pt x="227584" y="455168"/>
                </a:cubicBezTo>
                <a:lnTo>
                  <a:pt x="227584" y="455168"/>
                </a:lnTo>
                <a:cubicBezTo>
                  <a:pt x="101893" y="455168"/>
                  <a:pt x="0" y="353275"/>
                  <a:pt x="0" y="227584"/>
                </a:cubicBezTo>
                <a:lnTo>
                  <a:pt x="0" y="227584"/>
                </a:lnTo>
                <a:cubicBezTo>
                  <a:pt x="0" y="101893"/>
                  <a:pt x="101893" y="0"/>
                  <a:pt x="227584" y="0"/>
                </a:cubicBezTo>
                <a:close/>
              </a:path>
            </a:pathLst>
          </a:custGeom>
          <a:solidFill>
            <a:srgbClr val="8B0000"/>
          </a:solidFill>
          <a:ln/>
        </p:spPr>
      </p:sp>
      <p:sp>
        <p:nvSpPr>
          <p:cNvPr id="3" name="Text 1"/>
          <p:cNvSpPr/>
          <p:nvPr/>
        </p:nvSpPr>
        <p:spPr>
          <a:xfrm>
            <a:off x="473862" y="471424"/>
            <a:ext cx="251968" cy="260096"/>
          </a:xfrm>
          <a:prstGeom prst="rect">
            <a:avLst/>
          </a:prstGeom>
          <a:noFill/>
          <a:ln/>
        </p:spPr>
        <p:txBody>
          <a:bodyPr wrap="square" lIns="0" tIns="0" rIns="0" bIns="0" rtlCol="0" anchor="ctr"/>
          <a:lstStyle/>
          <a:p>
            <a:pPr>
              <a:lnSpc>
                <a:spcPct val="110000"/>
              </a:lnSpc>
            </a:pPr>
            <a:r>
              <a:rPr lang="en-US" sz="1536" b="1" dirty="0">
                <a:solidFill>
                  <a:srgbClr val="F9FAFB"/>
                </a:solidFill>
                <a:latin typeface="Sorts Mill Goudy" pitchFamily="34" charset="0"/>
                <a:ea typeface="Sorts Mill Goudy" pitchFamily="34" charset="-122"/>
                <a:cs typeface="Sorts Mill Goudy" pitchFamily="34" charset="-120"/>
              </a:rPr>
              <a:t>12</a:t>
            </a:r>
            <a:endParaRPr lang="en-US" sz="1600" dirty="0"/>
          </a:p>
        </p:txBody>
      </p:sp>
      <p:sp>
        <p:nvSpPr>
          <p:cNvPr id="4" name="Text 2"/>
          <p:cNvSpPr/>
          <p:nvPr/>
        </p:nvSpPr>
        <p:spPr>
          <a:xfrm>
            <a:off x="910336" y="325120"/>
            <a:ext cx="5624576" cy="162560"/>
          </a:xfrm>
          <a:prstGeom prst="rect">
            <a:avLst/>
          </a:prstGeom>
          <a:noFill/>
          <a:ln/>
        </p:spPr>
        <p:txBody>
          <a:bodyPr wrap="square" lIns="0" tIns="0" rIns="0" bIns="0" rtlCol="0" anchor="ctr"/>
          <a:lstStyle/>
          <a:p>
            <a:pPr>
              <a:lnSpc>
                <a:spcPct val="120000"/>
              </a:lnSpc>
            </a:pPr>
            <a:endParaRPr lang="en-US" sz="1600" dirty="0"/>
          </a:p>
        </p:txBody>
      </p:sp>
      <p:sp>
        <p:nvSpPr>
          <p:cNvPr id="5" name="Text 3"/>
          <p:cNvSpPr/>
          <p:nvPr/>
        </p:nvSpPr>
        <p:spPr>
          <a:xfrm>
            <a:off x="910336" y="487680"/>
            <a:ext cx="5762752" cy="390144"/>
          </a:xfrm>
          <a:prstGeom prst="rect">
            <a:avLst/>
          </a:prstGeom>
          <a:noFill/>
          <a:ln/>
        </p:spPr>
        <p:txBody>
          <a:bodyPr wrap="square" lIns="0" tIns="0" rIns="0" bIns="0" rtlCol="0" anchor="ctr"/>
          <a:lstStyle/>
          <a:p>
            <a:pPr>
              <a:lnSpc>
                <a:spcPct val="80000"/>
              </a:lnSpc>
            </a:pPr>
            <a:r>
              <a:rPr lang="en-US" sz="3072" b="1" dirty="0">
                <a:solidFill>
                  <a:srgbClr val="1F2937"/>
                </a:solidFill>
                <a:latin typeface="Sorts Mill Goudy" pitchFamily="34" charset="0"/>
                <a:ea typeface="Sorts Mill Goudy" pitchFamily="34" charset="-122"/>
                <a:cs typeface="Sorts Mill Goudy" pitchFamily="34" charset="-120"/>
              </a:rPr>
              <a:t>City-Level Opportunity Analysis</a:t>
            </a:r>
            <a:endParaRPr lang="en-US" sz="1600" dirty="0"/>
          </a:p>
        </p:txBody>
      </p:sp>
      <p:sp>
        <p:nvSpPr>
          <p:cNvPr id="6" name="Shape 4"/>
          <p:cNvSpPr/>
          <p:nvPr/>
        </p:nvSpPr>
        <p:spPr>
          <a:xfrm>
            <a:off x="325120" y="975360"/>
            <a:ext cx="1040384" cy="32512"/>
          </a:xfrm>
          <a:custGeom>
            <a:avLst/>
            <a:gdLst/>
            <a:ahLst/>
            <a:cxnLst/>
            <a:rect l="l" t="t" r="r" b="b"/>
            <a:pathLst>
              <a:path w="1040384" h="32512">
                <a:moveTo>
                  <a:pt x="0" y="0"/>
                </a:moveTo>
                <a:lnTo>
                  <a:pt x="1040384" y="0"/>
                </a:lnTo>
                <a:lnTo>
                  <a:pt x="1040384" y="32512"/>
                </a:lnTo>
                <a:lnTo>
                  <a:pt x="0" y="32512"/>
                </a:lnTo>
                <a:lnTo>
                  <a:pt x="0" y="0"/>
                </a:lnTo>
                <a:close/>
              </a:path>
            </a:pathLst>
          </a:custGeom>
          <a:solidFill>
            <a:srgbClr val="8B0000"/>
          </a:solidFill>
          <a:ln/>
        </p:spPr>
      </p:sp>
      <p:sp>
        <p:nvSpPr>
          <p:cNvPr id="7" name="Shape 5"/>
          <p:cNvSpPr/>
          <p:nvPr/>
        </p:nvSpPr>
        <p:spPr>
          <a:xfrm>
            <a:off x="341376" y="1546050"/>
            <a:ext cx="11525504" cy="918464"/>
          </a:xfrm>
          <a:custGeom>
            <a:avLst/>
            <a:gdLst/>
            <a:ahLst/>
            <a:cxnLst/>
            <a:rect l="l" t="t" r="r" b="b"/>
            <a:pathLst>
              <a:path w="11525504" h="918464">
                <a:moveTo>
                  <a:pt x="0" y="0"/>
                </a:moveTo>
                <a:lnTo>
                  <a:pt x="11525504" y="0"/>
                </a:lnTo>
                <a:lnTo>
                  <a:pt x="11525504" y="918464"/>
                </a:lnTo>
                <a:lnTo>
                  <a:pt x="0" y="918464"/>
                </a:lnTo>
                <a:lnTo>
                  <a:pt x="0" y="0"/>
                </a:lnTo>
                <a:close/>
              </a:path>
            </a:pathLst>
          </a:custGeom>
          <a:solidFill>
            <a:srgbClr val="F9FAFB"/>
          </a:solidFill>
          <a:ln/>
        </p:spPr>
      </p:sp>
      <p:sp>
        <p:nvSpPr>
          <p:cNvPr id="8" name="Shape 6"/>
          <p:cNvSpPr/>
          <p:nvPr/>
        </p:nvSpPr>
        <p:spPr>
          <a:xfrm>
            <a:off x="341376" y="1546050"/>
            <a:ext cx="32512" cy="918464"/>
          </a:xfrm>
          <a:custGeom>
            <a:avLst/>
            <a:gdLst/>
            <a:ahLst/>
            <a:cxnLst/>
            <a:rect l="l" t="t" r="r" b="b"/>
            <a:pathLst>
              <a:path w="32512" h="918464">
                <a:moveTo>
                  <a:pt x="0" y="0"/>
                </a:moveTo>
                <a:lnTo>
                  <a:pt x="32512" y="0"/>
                </a:lnTo>
                <a:lnTo>
                  <a:pt x="32512" y="918464"/>
                </a:lnTo>
                <a:lnTo>
                  <a:pt x="0" y="918464"/>
                </a:lnTo>
                <a:lnTo>
                  <a:pt x="0" y="0"/>
                </a:lnTo>
                <a:close/>
              </a:path>
            </a:pathLst>
          </a:custGeom>
          <a:solidFill>
            <a:srgbClr val="8B0000"/>
          </a:solidFill>
          <a:ln/>
        </p:spPr>
      </p:sp>
      <p:sp>
        <p:nvSpPr>
          <p:cNvPr id="9" name="Shape 7"/>
          <p:cNvSpPr/>
          <p:nvPr/>
        </p:nvSpPr>
        <p:spPr>
          <a:xfrm>
            <a:off x="525069" y="1660249"/>
            <a:ext cx="219456" cy="195072"/>
          </a:xfrm>
          <a:custGeom>
            <a:avLst/>
            <a:gdLst/>
            <a:ahLst/>
            <a:cxnLst/>
            <a:rect l="l" t="t" r="r" b="b"/>
            <a:pathLst>
              <a:path w="219456" h="195072">
                <a:moveTo>
                  <a:pt x="121920" y="0"/>
                </a:moveTo>
                <a:cubicBezTo>
                  <a:pt x="108471" y="0"/>
                  <a:pt x="97536" y="10935"/>
                  <a:pt x="97536" y="24384"/>
                </a:cubicBezTo>
                <a:lnTo>
                  <a:pt x="97536" y="36576"/>
                </a:lnTo>
                <a:lnTo>
                  <a:pt x="79248" y="36576"/>
                </a:lnTo>
                <a:lnTo>
                  <a:pt x="79248" y="9144"/>
                </a:lnTo>
                <a:cubicBezTo>
                  <a:pt x="79248" y="4077"/>
                  <a:pt x="75171" y="0"/>
                  <a:pt x="70104" y="0"/>
                </a:cubicBezTo>
                <a:cubicBezTo>
                  <a:pt x="65037" y="0"/>
                  <a:pt x="60960" y="4077"/>
                  <a:pt x="60960" y="9144"/>
                </a:cubicBezTo>
                <a:lnTo>
                  <a:pt x="60960" y="36576"/>
                </a:lnTo>
                <a:lnTo>
                  <a:pt x="36576" y="36576"/>
                </a:lnTo>
                <a:lnTo>
                  <a:pt x="36576" y="9144"/>
                </a:lnTo>
                <a:cubicBezTo>
                  <a:pt x="36576" y="4077"/>
                  <a:pt x="32499" y="0"/>
                  <a:pt x="27432" y="0"/>
                </a:cubicBezTo>
                <a:cubicBezTo>
                  <a:pt x="22365" y="0"/>
                  <a:pt x="18288" y="4077"/>
                  <a:pt x="18288" y="9144"/>
                </a:cubicBezTo>
                <a:lnTo>
                  <a:pt x="18288" y="37338"/>
                </a:lnTo>
                <a:cubicBezTo>
                  <a:pt x="7772" y="40043"/>
                  <a:pt x="0" y="49606"/>
                  <a:pt x="0" y="60960"/>
                </a:cubicBezTo>
                <a:lnTo>
                  <a:pt x="0" y="170688"/>
                </a:lnTo>
                <a:cubicBezTo>
                  <a:pt x="0" y="184137"/>
                  <a:pt x="10935" y="195072"/>
                  <a:pt x="24384" y="195072"/>
                </a:cubicBezTo>
                <a:lnTo>
                  <a:pt x="195072" y="195072"/>
                </a:lnTo>
                <a:cubicBezTo>
                  <a:pt x="208521" y="195072"/>
                  <a:pt x="219456" y="184137"/>
                  <a:pt x="219456" y="170688"/>
                </a:cubicBezTo>
                <a:lnTo>
                  <a:pt x="219456" y="97536"/>
                </a:lnTo>
                <a:cubicBezTo>
                  <a:pt x="219456" y="84087"/>
                  <a:pt x="208521" y="73152"/>
                  <a:pt x="195072" y="73152"/>
                </a:cubicBezTo>
                <a:lnTo>
                  <a:pt x="170688" y="73152"/>
                </a:lnTo>
                <a:lnTo>
                  <a:pt x="170688" y="24384"/>
                </a:lnTo>
                <a:cubicBezTo>
                  <a:pt x="170688" y="10935"/>
                  <a:pt x="159753" y="0"/>
                  <a:pt x="146304" y="0"/>
                </a:cubicBezTo>
                <a:lnTo>
                  <a:pt x="121920" y="0"/>
                </a:lnTo>
                <a:close/>
                <a:moveTo>
                  <a:pt x="146304" y="42672"/>
                </a:moveTo>
                <a:lnTo>
                  <a:pt x="146304" y="54864"/>
                </a:lnTo>
                <a:cubicBezTo>
                  <a:pt x="146304" y="58217"/>
                  <a:pt x="143561" y="60960"/>
                  <a:pt x="140208" y="60960"/>
                </a:cubicBezTo>
                <a:lnTo>
                  <a:pt x="128016" y="60960"/>
                </a:lnTo>
                <a:cubicBezTo>
                  <a:pt x="124663" y="60960"/>
                  <a:pt x="121920" y="58217"/>
                  <a:pt x="121920" y="54864"/>
                </a:cubicBezTo>
                <a:lnTo>
                  <a:pt x="121920" y="42672"/>
                </a:lnTo>
                <a:cubicBezTo>
                  <a:pt x="121920" y="39319"/>
                  <a:pt x="124663" y="36576"/>
                  <a:pt x="128016" y="36576"/>
                </a:cubicBezTo>
                <a:lnTo>
                  <a:pt x="140208" y="36576"/>
                </a:lnTo>
                <a:cubicBezTo>
                  <a:pt x="143561" y="36576"/>
                  <a:pt x="146304" y="39319"/>
                  <a:pt x="146304" y="42672"/>
                </a:cubicBezTo>
                <a:close/>
                <a:moveTo>
                  <a:pt x="140208" y="73152"/>
                </a:moveTo>
                <a:cubicBezTo>
                  <a:pt x="143561" y="73152"/>
                  <a:pt x="146304" y="75895"/>
                  <a:pt x="146304" y="79248"/>
                </a:cubicBezTo>
                <a:lnTo>
                  <a:pt x="146304" y="91440"/>
                </a:lnTo>
                <a:cubicBezTo>
                  <a:pt x="146304" y="94793"/>
                  <a:pt x="143561" y="97536"/>
                  <a:pt x="140208" y="97536"/>
                </a:cubicBezTo>
                <a:lnTo>
                  <a:pt x="128016" y="97536"/>
                </a:lnTo>
                <a:cubicBezTo>
                  <a:pt x="124663" y="97536"/>
                  <a:pt x="121920" y="94793"/>
                  <a:pt x="121920" y="91440"/>
                </a:cubicBezTo>
                <a:lnTo>
                  <a:pt x="121920" y="79248"/>
                </a:lnTo>
                <a:cubicBezTo>
                  <a:pt x="121920" y="75895"/>
                  <a:pt x="124663" y="73152"/>
                  <a:pt x="128016" y="73152"/>
                </a:cubicBezTo>
                <a:lnTo>
                  <a:pt x="140208" y="73152"/>
                </a:lnTo>
                <a:close/>
                <a:moveTo>
                  <a:pt x="146304" y="115824"/>
                </a:moveTo>
                <a:lnTo>
                  <a:pt x="146304" y="128016"/>
                </a:lnTo>
                <a:cubicBezTo>
                  <a:pt x="146304" y="131369"/>
                  <a:pt x="143561" y="134112"/>
                  <a:pt x="140208" y="134112"/>
                </a:cubicBezTo>
                <a:lnTo>
                  <a:pt x="128016" y="134112"/>
                </a:lnTo>
                <a:cubicBezTo>
                  <a:pt x="124663" y="134112"/>
                  <a:pt x="121920" y="131369"/>
                  <a:pt x="121920" y="128016"/>
                </a:cubicBezTo>
                <a:lnTo>
                  <a:pt x="121920" y="115824"/>
                </a:lnTo>
                <a:cubicBezTo>
                  <a:pt x="121920" y="112471"/>
                  <a:pt x="124663" y="109728"/>
                  <a:pt x="128016" y="109728"/>
                </a:cubicBezTo>
                <a:lnTo>
                  <a:pt x="140208" y="109728"/>
                </a:lnTo>
                <a:cubicBezTo>
                  <a:pt x="143561" y="109728"/>
                  <a:pt x="146304" y="112471"/>
                  <a:pt x="146304" y="115824"/>
                </a:cubicBezTo>
                <a:close/>
                <a:moveTo>
                  <a:pt x="188976" y="109728"/>
                </a:moveTo>
                <a:cubicBezTo>
                  <a:pt x="192329" y="109728"/>
                  <a:pt x="195072" y="112471"/>
                  <a:pt x="195072" y="115824"/>
                </a:cubicBezTo>
                <a:lnTo>
                  <a:pt x="195072" y="128016"/>
                </a:lnTo>
                <a:cubicBezTo>
                  <a:pt x="195072" y="131369"/>
                  <a:pt x="192329" y="134112"/>
                  <a:pt x="188976" y="134112"/>
                </a:cubicBezTo>
                <a:lnTo>
                  <a:pt x="176784" y="134112"/>
                </a:lnTo>
                <a:cubicBezTo>
                  <a:pt x="173431" y="134112"/>
                  <a:pt x="170688" y="131369"/>
                  <a:pt x="170688" y="128016"/>
                </a:cubicBezTo>
                <a:lnTo>
                  <a:pt x="170688" y="115824"/>
                </a:lnTo>
                <a:cubicBezTo>
                  <a:pt x="170688" y="112471"/>
                  <a:pt x="173431" y="109728"/>
                  <a:pt x="176784" y="109728"/>
                </a:cubicBezTo>
                <a:lnTo>
                  <a:pt x="188976" y="109728"/>
                </a:lnTo>
                <a:close/>
                <a:moveTo>
                  <a:pt x="97536" y="115824"/>
                </a:moveTo>
                <a:lnTo>
                  <a:pt x="97536" y="128016"/>
                </a:lnTo>
                <a:cubicBezTo>
                  <a:pt x="97536" y="131369"/>
                  <a:pt x="94793" y="134112"/>
                  <a:pt x="91440" y="134112"/>
                </a:cubicBezTo>
                <a:lnTo>
                  <a:pt x="79248" y="134112"/>
                </a:lnTo>
                <a:cubicBezTo>
                  <a:pt x="75895" y="134112"/>
                  <a:pt x="73152" y="131369"/>
                  <a:pt x="73152" y="128016"/>
                </a:cubicBezTo>
                <a:lnTo>
                  <a:pt x="73152" y="115824"/>
                </a:lnTo>
                <a:cubicBezTo>
                  <a:pt x="73152" y="112471"/>
                  <a:pt x="75895" y="109728"/>
                  <a:pt x="79248" y="109728"/>
                </a:cubicBezTo>
                <a:lnTo>
                  <a:pt x="91440" y="109728"/>
                </a:lnTo>
                <a:cubicBezTo>
                  <a:pt x="94793" y="109728"/>
                  <a:pt x="97536" y="112471"/>
                  <a:pt x="97536" y="115824"/>
                </a:cubicBezTo>
                <a:close/>
                <a:moveTo>
                  <a:pt x="91440" y="73152"/>
                </a:moveTo>
                <a:cubicBezTo>
                  <a:pt x="94793" y="73152"/>
                  <a:pt x="97536" y="75895"/>
                  <a:pt x="97536" y="79248"/>
                </a:cubicBezTo>
                <a:lnTo>
                  <a:pt x="97536" y="91440"/>
                </a:lnTo>
                <a:cubicBezTo>
                  <a:pt x="97536" y="94793"/>
                  <a:pt x="94793" y="97536"/>
                  <a:pt x="91440" y="97536"/>
                </a:cubicBezTo>
                <a:lnTo>
                  <a:pt x="79248" y="97536"/>
                </a:lnTo>
                <a:cubicBezTo>
                  <a:pt x="75895" y="97536"/>
                  <a:pt x="73152" y="94793"/>
                  <a:pt x="73152" y="91440"/>
                </a:cubicBezTo>
                <a:lnTo>
                  <a:pt x="73152" y="79248"/>
                </a:lnTo>
                <a:cubicBezTo>
                  <a:pt x="73152" y="75895"/>
                  <a:pt x="75895" y="73152"/>
                  <a:pt x="79248" y="73152"/>
                </a:cubicBezTo>
                <a:lnTo>
                  <a:pt x="91440" y="73152"/>
                </a:lnTo>
                <a:close/>
                <a:moveTo>
                  <a:pt x="48768" y="115824"/>
                </a:moveTo>
                <a:lnTo>
                  <a:pt x="48768" y="128016"/>
                </a:lnTo>
                <a:cubicBezTo>
                  <a:pt x="48768" y="131369"/>
                  <a:pt x="46025" y="134112"/>
                  <a:pt x="42672" y="134112"/>
                </a:cubicBezTo>
                <a:lnTo>
                  <a:pt x="30480" y="134112"/>
                </a:lnTo>
                <a:cubicBezTo>
                  <a:pt x="27127" y="134112"/>
                  <a:pt x="24384" y="131369"/>
                  <a:pt x="24384" y="128016"/>
                </a:cubicBezTo>
                <a:lnTo>
                  <a:pt x="24384" y="115824"/>
                </a:lnTo>
                <a:cubicBezTo>
                  <a:pt x="24384" y="112471"/>
                  <a:pt x="27127" y="109728"/>
                  <a:pt x="30480" y="109728"/>
                </a:cubicBezTo>
                <a:lnTo>
                  <a:pt x="42672" y="109728"/>
                </a:lnTo>
                <a:cubicBezTo>
                  <a:pt x="46025" y="109728"/>
                  <a:pt x="48768" y="112471"/>
                  <a:pt x="48768" y="115824"/>
                </a:cubicBezTo>
                <a:close/>
                <a:moveTo>
                  <a:pt x="42672" y="73152"/>
                </a:moveTo>
                <a:cubicBezTo>
                  <a:pt x="46025" y="73152"/>
                  <a:pt x="48768" y="75895"/>
                  <a:pt x="48768" y="79248"/>
                </a:cubicBezTo>
                <a:lnTo>
                  <a:pt x="48768" y="91440"/>
                </a:lnTo>
                <a:cubicBezTo>
                  <a:pt x="48768" y="94793"/>
                  <a:pt x="46025" y="97536"/>
                  <a:pt x="42672" y="97536"/>
                </a:cubicBezTo>
                <a:lnTo>
                  <a:pt x="30480" y="97536"/>
                </a:lnTo>
                <a:cubicBezTo>
                  <a:pt x="27127" y="97536"/>
                  <a:pt x="24384" y="94793"/>
                  <a:pt x="24384" y="91440"/>
                </a:cubicBezTo>
                <a:lnTo>
                  <a:pt x="24384" y="79248"/>
                </a:lnTo>
                <a:cubicBezTo>
                  <a:pt x="24384" y="75895"/>
                  <a:pt x="27127" y="73152"/>
                  <a:pt x="30480" y="73152"/>
                </a:cubicBezTo>
                <a:lnTo>
                  <a:pt x="42672" y="73152"/>
                </a:lnTo>
                <a:close/>
              </a:path>
            </a:pathLst>
          </a:custGeom>
          <a:solidFill>
            <a:srgbClr val="8B0000"/>
          </a:solidFill>
          <a:ln/>
        </p:spPr>
        <p:txBody>
          <a:bodyPr/>
          <a:lstStyle/>
          <a:p>
            <a:endParaRPr lang="en-US" dirty="0"/>
          </a:p>
        </p:txBody>
      </p:sp>
      <p:sp>
        <p:nvSpPr>
          <p:cNvPr id="10" name="Text 8"/>
          <p:cNvSpPr/>
          <p:nvPr/>
        </p:nvSpPr>
        <p:spPr>
          <a:xfrm>
            <a:off x="780288" y="1606146"/>
            <a:ext cx="11037824" cy="260096"/>
          </a:xfrm>
          <a:prstGeom prst="rect">
            <a:avLst/>
          </a:prstGeom>
          <a:noFill/>
          <a:ln/>
        </p:spPr>
        <p:txBody>
          <a:bodyPr wrap="square" lIns="0" tIns="0" rIns="0" bIns="0" rtlCol="0" anchor="ctr"/>
          <a:lstStyle/>
          <a:p>
            <a:pPr>
              <a:lnSpc>
                <a:spcPct val="110000"/>
              </a:lnSpc>
            </a:pPr>
            <a:r>
              <a:rPr lang="en-US" sz="1500" b="1" dirty="0">
                <a:solidFill>
                  <a:srgbClr val="1F2937"/>
                </a:solidFill>
                <a:latin typeface="Sorts Mill Goudy" pitchFamily="34" charset="0"/>
                <a:ea typeface="Sorts Mill Goudy" pitchFamily="34" charset="-122"/>
                <a:cs typeface="Sorts Mill Goudy" pitchFamily="34" charset="-120"/>
              </a:rPr>
              <a:t>Priority Cities for Market Entry</a:t>
            </a:r>
            <a:endParaRPr lang="en-US" sz="1500" dirty="0"/>
          </a:p>
        </p:txBody>
      </p:sp>
      <p:sp>
        <p:nvSpPr>
          <p:cNvPr id="11" name="Text 9"/>
          <p:cNvSpPr/>
          <p:nvPr/>
        </p:nvSpPr>
        <p:spPr>
          <a:xfrm>
            <a:off x="780954" y="2035301"/>
            <a:ext cx="11069670" cy="275085"/>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ea typeface="Sorts Mill Goudy" pitchFamily="34" charset="-122"/>
                <a:cs typeface="Sorts Mill Goudy" pitchFamily="34" charset="-120"/>
              </a:rPr>
              <a:t>Drilling down into specific cities within recommended countries reveals high-opportunity micro-markets with limited competition but acceptable customer engagement:</a:t>
            </a:r>
            <a:endParaRPr lang="en-US" sz="1300" dirty="0"/>
          </a:p>
        </p:txBody>
      </p:sp>
      <p:sp>
        <p:nvSpPr>
          <p:cNvPr id="12" name="Shape 10"/>
          <p:cNvSpPr/>
          <p:nvPr/>
        </p:nvSpPr>
        <p:spPr>
          <a:xfrm>
            <a:off x="331622" y="2602994"/>
            <a:ext cx="3751885" cy="3491789"/>
          </a:xfrm>
          <a:custGeom>
            <a:avLst/>
            <a:gdLst/>
            <a:ahLst/>
            <a:cxnLst/>
            <a:rect l="l" t="t" r="r" b="b"/>
            <a:pathLst>
              <a:path w="3751885" h="3491789">
                <a:moveTo>
                  <a:pt x="0" y="0"/>
                </a:moveTo>
                <a:lnTo>
                  <a:pt x="3751885" y="0"/>
                </a:lnTo>
                <a:lnTo>
                  <a:pt x="3751885" y="3491789"/>
                </a:lnTo>
                <a:lnTo>
                  <a:pt x="0" y="3491789"/>
                </a:lnTo>
                <a:lnTo>
                  <a:pt x="0" y="0"/>
                </a:lnTo>
                <a:close/>
              </a:path>
            </a:pathLst>
          </a:custGeom>
          <a:solidFill>
            <a:srgbClr val="F9FAFB"/>
          </a:solidFill>
          <a:ln w="20320">
            <a:solidFill>
              <a:srgbClr val="8B0000"/>
            </a:solidFill>
            <a:prstDash val="solid"/>
          </a:ln>
        </p:spPr>
      </p:sp>
      <p:sp>
        <p:nvSpPr>
          <p:cNvPr id="13" name="Shape 11"/>
          <p:cNvSpPr/>
          <p:nvPr/>
        </p:nvSpPr>
        <p:spPr>
          <a:xfrm>
            <a:off x="561645" y="2804462"/>
            <a:ext cx="121920" cy="195072"/>
          </a:xfrm>
          <a:custGeom>
            <a:avLst/>
            <a:gdLst/>
            <a:ahLst/>
            <a:cxnLst/>
            <a:rect l="l" t="t" r="r" b="b"/>
            <a:pathLst>
              <a:path w="121920" h="195072">
                <a:moveTo>
                  <a:pt x="73152" y="108356"/>
                </a:moveTo>
                <a:cubicBezTo>
                  <a:pt x="97574" y="102832"/>
                  <a:pt x="115824" y="80962"/>
                  <a:pt x="115824" y="54864"/>
                </a:cubicBezTo>
                <a:cubicBezTo>
                  <a:pt x="115824" y="24575"/>
                  <a:pt x="91250" y="0"/>
                  <a:pt x="60960" y="0"/>
                </a:cubicBezTo>
                <a:cubicBezTo>
                  <a:pt x="30670" y="0"/>
                  <a:pt x="6096" y="24575"/>
                  <a:pt x="6096" y="54864"/>
                </a:cubicBezTo>
                <a:cubicBezTo>
                  <a:pt x="6096" y="80962"/>
                  <a:pt x="24346" y="102832"/>
                  <a:pt x="48768" y="108356"/>
                </a:cubicBezTo>
                <a:lnTo>
                  <a:pt x="48768" y="182880"/>
                </a:lnTo>
                <a:cubicBezTo>
                  <a:pt x="48768" y="189624"/>
                  <a:pt x="54216" y="195072"/>
                  <a:pt x="60960" y="195072"/>
                </a:cubicBezTo>
                <a:cubicBezTo>
                  <a:pt x="67704" y="195072"/>
                  <a:pt x="73152" y="189624"/>
                  <a:pt x="73152" y="182880"/>
                </a:cubicBezTo>
                <a:lnTo>
                  <a:pt x="73152" y="108356"/>
                </a:lnTo>
                <a:close/>
                <a:moveTo>
                  <a:pt x="64008" y="36576"/>
                </a:moveTo>
                <a:cubicBezTo>
                  <a:pt x="52235" y="36576"/>
                  <a:pt x="42672" y="46139"/>
                  <a:pt x="42672" y="57912"/>
                </a:cubicBezTo>
                <a:cubicBezTo>
                  <a:pt x="42672" y="62979"/>
                  <a:pt x="38595" y="67056"/>
                  <a:pt x="33528" y="67056"/>
                </a:cubicBezTo>
                <a:cubicBezTo>
                  <a:pt x="28461" y="67056"/>
                  <a:pt x="24384" y="62979"/>
                  <a:pt x="24384" y="57912"/>
                </a:cubicBezTo>
                <a:cubicBezTo>
                  <a:pt x="24384" y="36043"/>
                  <a:pt x="42139" y="18288"/>
                  <a:pt x="64008" y="18288"/>
                </a:cubicBezTo>
                <a:cubicBezTo>
                  <a:pt x="69075" y="18288"/>
                  <a:pt x="73152" y="22365"/>
                  <a:pt x="73152" y="27432"/>
                </a:cubicBezTo>
                <a:cubicBezTo>
                  <a:pt x="73152" y="32499"/>
                  <a:pt x="69075" y="36576"/>
                  <a:pt x="64008" y="36576"/>
                </a:cubicBezTo>
                <a:close/>
              </a:path>
            </a:pathLst>
          </a:custGeom>
          <a:solidFill>
            <a:srgbClr val="8B0000"/>
          </a:solidFill>
          <a:ln/>
        </p:spPr>
      </p:sp>
      <p:sp>
        <p:nvSpPr>
          <p:cNvPr id="14" name="Text 12"/>
          <p:cNvSpPr/>
          <p:nvPr/>
        </p:nvSpPr>
        <p:spPr>
          <a:xfrm>
            <a:off x="744525" y="2772053"/>
            <a:ext cx="3267456" cy="260096"/>
          </a:xfrm>
          <a:prstGeom prst="rect">
            <a:avLst/>
          </a:prstGeom>
          <a:noFill/>
          <a:ln/>
        </p:spPr>
        <p:txBody>
          <a:bodyPr wrap="square" lIns="0" tIns="0" rIns="0" bIns="0" rtlCol="0" anchor="ctr"/>
          <a:lstStyle/>
          <a:p>
            <a:pPr>
              <a:lnSpc>
                <a:spcPct val="110000"/>
              </a:lnSpc>
            </a:pPr>
            <a:r>
              <a:rPr lang="en-US" sz="1500" b="1" dirty="0">
                <a:solidFill>
                  <a:srgbClr val="8B0000"/>
                </a:solidFill>
                <a:latin typeface="Sorts Mill Goudy" pitchFamily="34" charset="0"/>
                <a:ea typeface="Sorts Mill Goudy" pitchFamily="34" charset="-122"/>
                <a:cs typeface="Sorts Mill Goudy" pitchFamily="34" charset="-120"/>
              </a:rPr>
              <a:t>Australia</a:t>
            </a:r>
            <a:endParaRPr lang="en-US" sz="1500" dirty="0"/>
          </a:p>
        </p:txBody>
      </p:sp>
      <p:sp>
        <p:nvSpPr>
          <p:cNvPr id="15" name="Shape 13"/>
          <p:cNvSpPr/>
          <p:nvPr/>
        </p:nvSpPr>
        <p:spPr>
          <a:xfrm>
            <a:off x="516941" y="3162094"/>
            <a:ext cx="3397504" cy="617728"/>
          </a:xfrm>
          <a:custGeom>
            <a:avLst/>
            <a:gdLst/>
            <a:ahLst/>
            <a:cxnLst/>
            <a:rect l="l" t="t" r="r" b="b"/>
            <a:pathLst>
              <a:path w="3397504" h="617728">
                <a:moveTo>
                  <a:pt x="0" y="0"/>
                </a:moveTo>
                <a:lnTo>
                  <a:pt x="3397504" y="0"/>
                </a:lnTo>
                <a:lnTo>
                  <a:pt x="3397504" y="617728"/>
                </a:lnTo>
                <a:lnTo>
                  <a:pt x="0" y="617728"/>
                </a:lnTo>
                <a:lnTo>
                  <a:pt x="0" y="0"/>
                </a:lnTo>
                <a:close/>
              </a:path>
            </a:pathLst>
          </a:custGeom>
          <a:solidFill>
            <a:srgbClr val="FFFFFF"/>
          </a:solidFill>
          <a:ln/>
        </p:spPr>
      </p:sp>
      <p:sp>
        <p:nvSpPr>
          <p:cNvPr id="16" name="Shape 14"/>
          <p:cNvSpPr/>
          <p:nvPr/>
        </p:nvSpPr>
        <p:spPr>
          <a:xfrm>
            <a:off x="516941" y="3162094"/>
            <a:ext cx="32512" cy="617728"/>
          </a:xfrm>
          <a:custGeom>
            <a:avLst/>
            <a:gdLst/>
            <a:ahLst/>
            <a:cxnLst/>
            <a:rect l="l" t="t" r="r" b="b"/>
            <a:pathLst>
              <a:path w="32512" h="617728">
                <a:moveTo>
                  <a:pt x="0" y="0"/>
                </a:moveTo>
                <a:lnTo>
                  <a:pt x="32512" y="0"/>
                </a:lnTo>
                <a:lnTo>
                  <a:pt x="32512" y="617728"/>
                </a:lnTo>
                <a:lnTo>
                  <a:pt x="0" y="617728"/>
                </a:lnTo>
                <a:lnTo>
                  <a:pt x="0" y="0"/>
                </a:lnTo>
                <a:close/>
              </a:path>
            </a:pathLst>
          </a:custGeom>
          <a:solidFill>
            <a:srgbClr val="8B0000"/>
          </a:solidFill>
          <a:ln/>
        </p:spPr>
      </p:sp>
      <p:sp>
        <p:nvSpPr>
          <p:cNvPr id="17" name="Text 15"/>
          <p:cNvSpPr/>
          <p:nvPr/>
        </p:nvSpPr>
        <p:spPr>
          <a:xfrm>
            <a:off x="630733" y="3259630"/>
            <a:ext cx="3259328" cy="227584"/>
          </a:xfrm>
          <a:prstGeom prst="rect">
            <a:avLst/>
          </a:prstGeom>
          <a:noFill/>
          <a:ln/>
        </p:spPr>
        <p:txBody>
          <a:bodyPr wrap="square" lIns="0" tIns="0" rIns="0" bIns="0" rtlCol="0" anchor="ctr"/>
          <a:lstStyle/>
          <a:p>
            <a:pPr>
              <a:lnSpc>
                <a:spcPct val="130000"/>
              </a:lnSpc>
            </a:pPr>
            <a:r>
              <a:rPr lang="en-US" sz="1300" b="1" dirty="0">
                <a:solidFill>
                  <a:srgbClr val="1F2937"/>
                </a:solidFill>
                <a:latin typeface="Sorts Mill Goudy" pitchFamily="34" charset="0"/>
              </a:rPr>
              <a:t>Balingup</a:t>
            </a:r>
          </a:p>
        </p:txBody>
      </p:sp>
      <p:sp>
        <p:nvSpPr>
          <p:cNvPr id="18" name="Text 16"/>
          <p:cNvSpPr/>
          <p:nvPr/>
        </p:nvSpPr>
        <p:spPr>
          <a:xfrm>
            <a:off x="630733" y="3487214"/>
            <a:ext cx="3251200" cy="195072"/>
          </a:xfrm>
          <a:prstGeom prst="rect">
            <a:avLst/>
          </a:prstGeom>
          <a:noFill/>
          <a:ln/>
        </p:spPr>
        <p:txBody>
          <a:bodyPr wrap="square" lIns="0" tIns="0" rIns="0" bIns="0" rtlCol="0" anchor="ctr"/>
          <a:lstStyle/>
          <a:p>
            <a:pPr>
              <a:lnSpc>
                <a:spcPct val="130000"/>
              </a:lnSpc>
            </a:pPr>
            <a:r>
              <a:rPr lang="en-US" sz="1100" dirty="0">
                <a:solidFill>
                  <a:srgbClr val="6B7280"/>
                </a:solidFill>
                <a:latin typeface="Sorts Mill Goudy" pitchFamily="34" charset="0"/>
                <a:ea typeface="Sorts Mill Goudy" pitchFamily="34" charset="-122"/>
                <a:cs typeface="Sorts Mill Goudy" pitchFamily="34" charset="-120"/>
              </a:rPr>
              <a:t>Limited competition, manageable pricing</a:t>
            </a:r>
            <a:endParaRPr lang="en-US" sz="1100" dirty="0"/>
          </a:p>
        </p:txBody>
      </p:sp>
      <p:sp>
        <p:nvSpPr>
          <p:cNvPr id="19" name="Shape 17"/>
          <p:cNvSpPr/>
          <p:nvPr/>
        </p:nvSpPr>
        <p:spPr>
          <a:xfrm>
            <a:off x="516941" y="3877358"/>
            <a:ext cx="3397504" cy="617728"/>
          </a:xfrm>
          <a:custGeom>
            <a:avLst/>
            <a:gdLst/>
            <a:ahLst/>
            <a:cxnLst/>
            <a:rect l="l" t="t" r="r" b="b"/>
            <a:pathLst>
              <a:path w="3397504" h="617728">
                <a:moveTo>
                  <a:pt x="0" y="0"/>
                </a:moveTo>
                <a:lnTo>
                  <a:pt x="3397504" y="0"/>
                </a:lnTo>
                <a:lnTo>
                  <a:pt x="3397504" y="617728"/>
                </a:lnTo>
                <a:lnTo>
                  <a:pt x="0" y="617728"/>
                </a:lnTo>
                <a:lnTo>
                  <a:pt x="0" y="0"/>
                </a:lnTo>
                <a:close/>
              </a:path>
            </a:pathLst>
          </a:custGeom>
          <a:solidFill>
            <a:srgbClr val="FFFFFF"/>
          </a:solidFill>
          <a:ln/>
        </p:spPr>
      </p:sp>
      <p:sp>
        <p:nvSpPr>
          <p:cNvPr id="20" name="Shape 18"/>
          <p:cNvSpPr/>
          <p:nvPr/>
        </p:nvSpPr>
        <p:spPr>
          <a:xfrm>
            <a:off x="516941" y="3877358"/>
            <a:ext cx="32512" cy="617728"/>
          </a:xfrm>
          <a:custGeom>
            <a:avLst/>
            <a:gdLst/>
            <a:ahLst/>
            <a:cxnLst/>
            <a:rect l="l" t="t" r="r" b="b"/>
            <a:pathLst>
              <a:path w="32512" h="617728">
                <a:moveTo>
                  <a:pt x="0" y="0"/>
                </a:moveTo>
                <a:lnTo>
                  <a:pt x="32512" y="0"/>
                </a:lnTo>
                <a:lnTo>
                  <a:pt x="32512" y="617728"/>
                </a:lnTo>
                <a:lnTo>
                  <a:pt x="0" y="617728"/>
                </a:lnTo>
                <a:lnTo>
                  <a:pt x="0" y="0"/>
                </a:lnTo>
                <a:close/>
              </a:path>
            </a:pathLst>
          </a:custGeom>
          <a:solidFill>
            <a:srgbClr val="8B0000"/>
          </a:solidFill>
          <a:ln/>
        </p:spPr>
      </p:sp>
      <p:sp>
        <p:nvSpPr>
          <p:cNvPr id="21" name="Text 19"/>
          <p:cNvSpPr/>
          <p:nvPr/>
        </p:nvSpPr>
        <p:spPr>
          <a:xfrm>
            <a:off x="630733" y="3974894"/>
            <a:ext cx="3259328" cy="227584"/>
          </a:xfrm>
          <a:prstGeom prst="rect">
            <a:avLst/>
          </a:prstGeom>
          <a:noFill/>
          <a:ln/>
        </p:spPr>
        <p:txBody>
          <a:bodyPr wrap="square" lIns="0" tIns="0" rIns="0" bIns="0" rtlCol="0" anchor="ctr"/>
          <a:lstStyle/>
          <a:p>
            <a:pPr>
              <a:lnSpc>
                <a:spcPct val="130000"/>
              </a:lnSpc>
            </a:pPr>
            <a:r>
              <a:rPr lang="en-US" sz="1300" b="1" dirty="0">
                <a:solidFill>
                  <a:srgbClr val="1F2937"/>
                </a:solidFill>
                <a:latin typeface="Sorts Mill Goudy" pitchFamily="34" charset="0"/>
              </a:rPr>
              <a:t>Mayfield</a:t>
            </a:r>
          </a:p>
        </p:txBody>
      </p:sp>
      <p:sp>
        <p:nvSpPr>
          <p:cNvPr id="22" name="Text 20"/>
          <p:cNvSpPr/>
          <p:nvPr/>
        </p:nvSpPr>
        <p:spPr>
          <a:xfrm>
            <a:off x="630733" y="4202478"/>
            <a:ext cx="3251200" cy="195072"/>
          </a:xfrm>
          <a:prstGeom prst="rect">
            <a:avLst/>
          </a:prstGeom>
          <a:noFill/>
          <a:ln/>
        </p:spPr>
        <p:txBody>
          <a:bodyPr wrap="square" lIns="0" tIns="0" rIns="0" bIns="0" rtlCol="0" anchor="ctr"/>
          <a:lstStyle/>
          <a:p>
            <a:pPr>
              <a:lnSpc>
                <a:spcPct val="130000"/>
              </a:lnSpc>
            </a:pPr>
            <a:r>
              <a:rPr lang="en-US" sz="1100" dirty="0">
                <a:solidFill>
                  <a:srgbClr val="6B7280"/>
                </a:solidFill>
                <a:latin typeface="Sorts Mill Goudy" pitchFamily="34" charset="0"/>
              </a:rPr>
              <a:t>Underserved market potential</a:t>
            </a:r>
          </a:p>
        </p:txBody>
      </p:sp>
      <p:sp>
        <p:nvSpPr>
          <p:cNvPr id="23" name="Shape 21"/>
          <p:cNvSpPr/>
          <p:nvPr/>
        </p:nvSpPr>
        <p:spPr>
          <a:xfrm>
            <a:off x="516941" y="4592622"/>
            <a:ext cx="3397504" cy="617728"/>
          </a:xfrm>
          <a:custGeom>
            <a:avLst/>
            <a:gdLst/>
            <a:ahLst/>
            <a:cxnLst/>
            <a:rect l="l" t="t" r="r" b="b"/>
            <a:pathLst>
              <a:path w="3397504" h="617728">
                <a:moveTo>
                  <a:pt x="0" y="0"/>
                </a:moveTo>
                <a:lnTo>
                  <a:pt x="3397504" y="0"/>
                </a:lnTo>
                <a:lnTo>
                  <a:pt x="3397504" y="617728"/>
                </a:lnTo>
                <a:lnTo>
                  <a:pt x="0" y="617728"/>
                </a:lnTo>
                <a:lnTo>
                  <a:pt x="0" y="0"/>
                </a:lnTo>
                <a:close/>
              </a:path>
            </a:pathLst>
          </a:custGeom>
          <a:solidFill>
            <a:srgbClr val="FFFFFF"/>
          </a:solidFill>
          <a:ln/>
        </p:spPr>
      </p:sp>
      <p:sp>
        <p:nvSpPr>
          <p:cNvPr id="24" name="Shape 22"/>
          <p:cNvSpPr/>
          <p:nvPr/>
        </p:nvSpPr>
        <p:spPr>
          <a:xfrm>
            <a:off x="516941" y="4592622"/>
            <a:ext cx="32512" cy="617728"/>
          </a:xfrm>
          <a:custGeom>
            <a:avLst/>
            <a:gdLst/>
            <a:ahLst/>
            <a:cxnLst/>
            <a:rect l="l" t="t" r="r" b="b"/>
            <a:pathLst>
              <a:path w="32512" h="617728">
                <a:moveTo>
                  <a:pt x="0" y="0"/>
                </a:moveTo>
                <a:lnTo>
                  <a:pt x="32512" y="0"/>
                </a:lnTo>
                <a:lnTo>
                  <a:pt x="32512" y="617728"/>
                </a:lnTo>
                <a:lnTo>
                  <a:pt x="0" y="617728"/>
                </a:lnTo>
                <a:lnTo>
                  <a:pt x="0" y="0"/>
                </a:lnTo>
                <a:close/>
              </a:path>
            </a:pathLst>
          </a:custGeom>
          <a:solidFill>
            <a:srgbClr val="8B0000"/>
          </a:solidFill>
          <a:ln/>
        </p:spPr>
      </p:sp>
      <p:sp>
        <p:nvSpPr>
          <p:cNvPr id="25" name="Text 23"/>
          <p:cNvSpPr/>
          <p:nvPr/>
        </p:nvSpPr>
        <p:spPr>
          <a:xfrm>
            <a:off x="630733" y="4690158"/>
            <a:ext cx="3259328" cy="227584"/>
          </a:xfrm>
          <a:prstGeom prst="rect">
            <a:avLst/>
          </a:prstGeom>
          <a:noFill/>
          <a:ln/>
        </p:spPr>
        <p:txBody>
          <a:bodyPr wrap="square" lIns="0" tIns="0" rIns="0" bIns="0" rtlCol="0" anchor="ctr"/>
          <a:lstStyle/>
          <a:p>
            <a:pPr>
              <a:lnSpc>
                <a:spcPct val="130000"/>
              </a:lnSpc>
            </a:pPr>
            <a:r>
              <a:rPr lang="en-US" sz="1300" b="1" dirty="0">
                <a:solidFill>
                  <a:srgbClr val="1F2937"/>
                </a:solidFill>
                <a:latin typeface="Sorts Mill Goudy" pitchFamily="34" charset="0"/>
              </a:rPr>
              <a:t>Montville</a:t>
            </a:r>
          </a:p>
        </p:txBody>
      </p:sp>
      <p:sp>
        <p:nvSpPr>
          <p:cNvPr id="26" name="Text 24"/>
          <p:cNvSpPr/>
          <p:nvPr/>
        </p:nvSpPr>
        <p:spPr>
          <a:xfrm>
            <a:off x="630733" y="4917742"/>
            <a:ext cx="3251200" cy="195072"/>
          </a:xfrm>
          <a:prstGeom prst="rect">
            <a:avLst/>
          </a:prstGeom>
          <a:noFill/>
          <a:ln/>
        </p:spPr>
        <p:txBody>
          <a:bodyPr wrap="square" lIns="0" tIns="0" rIns="0" bIns="0" rtlCol="0" anchor="ctr"/>
          <a:lstStyle/>
          <a:p>
            <a:pPr>
              <a:lnSpc>
                <a:spcPct val="130000"/>
              </a:lnSpc>
            </a:pPr>
            <a:endParaRPr lang="en-US" sz="1600" dirty="0"/>
          </a:p>
        </p:txBody>
      </p:sp>
      <p:sp>
        <p:nvSpPr>
          <p:cNvPr id="27" name="Shape 25"/>
          <p:cNvSpPr/>
          <p:nvPr/>
        </p:nvSpPr>
        <p:spPr>
          <a:xfrm>
            <a:off x="516941" y="5307886"/>
            <a:ext cx="3397504" cy="617728"/>
          </a:xfrm>
          <a:custGeom>
            <a:avLst/>
            <a:gdLst/>
            <a:ahLst/>
            <a:cxnLst/>
            <a:rect l="l" t="t" r="r" b="b"/>
            <a:pathLst>
              <a:path w="3397504" h="617728">
                <a:moveTo>
                  <a:pt x="0" y="0"/>
                </a:moveTo>
                <a:lnTo>
                  <a:pt x="3397504" y="0"/>
                </a:lnTo>
                <a:lnTo>
                  <a:pt x="3397504" y="617728"/>
                </a:lnTo>
                <a:lnTo>
                  <a:pt x="0" y="617728"/>
                </a:lnTo>
                <a:lnTo>
                  <a:pt x="0" y="0"/>
                </a:lnTo>
                <a:close/>
              </a:path>
            </a:pathLst>
          </a:custGeom>
          <a:solidFill>
            <a:srgbClr val="FFFFFF"/>
          </a:solidFill>
          <a:ln/>
        </p:spPr>
      </p:sp>
      <p:sp>
        <p:nvSpPr>
          <p:cNvPr id="28" name="Shape 26"/>
          <p:cNvSpPr/>
          <p:nvPr/>
        </p:nvSpPr>
        <p:spPr>
          <a:xfrm>
            <a:off x="516941" y="5307886"/>
            <a:ext cx="32512" cy="617728"/>
          </a:xfrm>
          <a:custGeom>
            <a:avLst/>
            <a:gdLst/>
            <a:ahLst/>
            <a:cxnLst/>
            <a:rect l="l" t="t" r="r" b="b"/>
            <a:pathLst>
              <a:path w="32512" h="617728">
                <a:moveTo>
                  <a:pt x="0" y="0"/>
                </a:moveTo>
                <a:lnTo>
                  <a:pt x="32512" y="0"/>
                </a:lnTo>
                <a:lnTo>
                  <a:pt x="32512" y="617728"/>
                </a:lnTo>
                <a:lnTo>
                  <a:pt x="0" y="617728"/>
                </a:lnTo>
                <a:lnTo>
                  <a:pt x="0" y="0"/>
                </a:lnTo>
                <a:close/>
              </a:path>
            </a:pathLst>
          </a:custGeom>
          <a:solidFill>
            <a:srgbClr val="8B0000"/>
          </a:solidFill>
          <a:ln/>
        </p:spPr>
      </p:sp>
      <p:sp>
        <p:nvSpPr>
          <p:cNvPr id="29" name="Text 27"/>
          <p:cNvSpPr/>
          <p:nvPr/>
        </p:nvSpPr>
        <p:spPr>
          <a:xfrm>
            <a:off x="630733" y="5405422"/>
            <a:ext cx="3259328" cy="227584"/>
          </a:xfrm>
          <a:prstGeom prst="rect">
            <a:avLst/>
          </a:prstGeom>
          <a:noFill/>
          <a:ln/>
        </p:spPr>
        <p:txBody>
          <a:bodyPr wrap="square" lIns="0" tIns="0" rIns="0" bIns="0" rtlCol="0" anchor="ctr"/>
          <a:lstStyle/>
          <a:p>
            <a:pPr>
              <a:lnSpc>
                <a:spcPct val="130000"/>
              </a:lnSpc>
            </a:pPr>
            <a:r>
              <a:rPr lang="en-US" sz="1300" b="1" dirty="0">
                <a:solidFill>
                  <a:srgbClr val="1F2937"/>
                </a:solidFill>
                <a:latin typeface="Sorts Mill Goudy" pitchFamily="34" charset="0"/>
              </a:rPr>
              <a:t>Paynesville</a:t>
            </a:r>
          </a:p>
        </p:txBody>
      </p:sp>
      <p:sp>
        <p:nvSpPr>
          <p:cNvPr id="30" name="Text 28"/>
          <p:cNvSpPr/>
          <p:nvPr/>
        </p:nvSpPr>
        <p:spPr>
          <a:xfrm>
            <a:off x="630733" y="5633006"/>
            <a:ext cx="3251200" cy="195072"/>
          </a:xfrm>
          <a:prstGeom prst="rect">
            <a:avLst/>
          </a:prstGeom>
          <a:noFill/>
          <a:ln/>
        </p:spPr>
        <p:txBody>
          <a:bodyPr wrap="square" lIns="0" tIns="0" rIns="0" bIns="0" rtlCol="0" anchor="ctr"/>
          <a:lstStyle/>
          <a:p>
            <a:pPr>
              <a:lnSpc>
                <a:spcPct val="130000"/>
              </a:lnSpc>
            </a:pPr>
            <a:endParaRPr lang="en-US" sz="1600" dirty="0"/>
          </a:p>
        </p:txBody>
      </p:sp>
      <p:sp>
        <p:nvSpPr>
          <p:cNvPr id="31" name="Shape 29"/>
          <p:cNvSpPr/>
          <p:nvPr/>
        </p:nvSpPr>
        <p:spPr>
          <a:xfrm>
            <a:off x="4223410" y="2602994"/>
            <a:ext cx="3751885" cy="3491789"/>
          </a:xfrm>
          <a:custGeom>
            <a:avLst/>
            <a:gdLst/>
            <a:ahLst/>
            <a:cxnLst/>
            <a:rect l="l" t="t" r="r" b="b"/>
            <a:pathLst>
              <a:path w="3751885" h="3491789">
                <a:moveTo>
                  <a:pt x="0" y="0"/>
                </a:moveTo>
                <a:lnTo>
                  <a:pt x="3751885" y="0"/>
                </a:lnTo>
                <a:lnTo>
                  <a:pt x="3751885" y="3491789"/>
                </a:lnTo>
                <a:lnTo>
                  <a:pt x="0" y="3491789"/>
                </a:lnTo>
                <a:lnTo>
                  <a:pt x="0" y="0"/>
                </a:lnTo>
                <a:close/>
              </a:path>
            </a:pathLst>
          </a:custGeom>
          <a:solidFill>
            <a:srgbClr val="F9FAFB"/>
          </a:solidFill>
          <a:ln w="20320">
            <a:solidFill>
              <a:srgbClr val="8B0000"/>
            </a:solidFill>
            <a:prstDash val="solid"/>
          </a:ln>
        </p:spPr>
      </p:sp>
      <p:sp>
        <p:nvSpPr>
          <p:cNvPr id="32" name="Shape 30"/>
          <p:cNvSpPr/>
          <p:nvPr/>
        </p:nvSpPr>
        <p:spPr>
          <a:xfrm>
            <a:off x="4453433" y="2804462"/>
            <a:ext cx="121920" cy="195072"/>
          </a:xfrm>
          <a:custGeom>
            <a:avLst/>
            <a:gdLst/>
            <a:ahLst/>
            <a:cxnLst/>
            <a:rect l="l" t="t" r="r" b="b"/>
            <a:pathLst>
              <a:path w="121920" h="195072">
                <a:moveTo>
                  <a:pt x="73152" y="108356"/>
                </a:moveTo>
                <a:cubicBezTo>
                  <a:pt x="97574" y="102832"/>
                  <a:pt x="115824" y="80962"/>
                  <a:pt x="115824" y="54864"/>
                </a:cubicBezTo>
                <a:cubicBezTo>
                  <a:pt x="115824" y="24575"/>
                  <a:pt x="91250" y="0"/>
                  <a:pt x="60960" y="0"/>
                </a:cubicBezTo>
                <a:cubicBezTo>
                  <a:pt x="30670" y="0"/>
                  <a:pt x="6096" y="24575"/>
                  <a:pt x="6096" y="54864"/>
                </a:cubicBezTo>
                <a:cubicBezTo>
                  <a:pt x="6096" y="80962"/>
                  <a:pt x="24346" y="102832"/>
                  <a:pt x="48768" y="108356"/>
                </a:cubicBezTo>
                <a:lnTo>
                  <a:pt x="48768" y="182880"/>
                </a:lnTo>
                <a:cubicBezTo>
                  <a:pt x="48768" y="189624"/>
                  <a:pt x="54216" y="195072"/>
                  <a:pt x="60960" y="195072"/>
                </a:cubicBezTo>
                <a:cubicBezTo>
                  <a:pt x="67704" y="195072"/>
                  <a:pt x="73152" y="189624"/>
                  <a:pt x="73152" y="182880"/>
                </a:cubicBezTo>
                <a:lnTo>
                  <a:pt x="73152" y="108356"/>
                </a:lnTo>
                <a:close/>
                <a:moveTo>
                  <a:pt x="64008" y="36576"/>
                </a:moveTo>
                <a:cubicBezTo>
                  <a:pt x="52235" y="36576"/>
                  <a:pt x="42672" y="46139"/>
                  <a:pt x="42672" y="57912"/>
                </a:cubicBezTo>
                <a:cubicBezTo>
                  <a:pt x="42672" y="62979"/>
                  <a:pt x="38595" y="67056"/>
                  <a:pt x="33528" y="67056"/>
                </a:cubicBezTo>
                <a:cubicBezTo>
                  <a:pt x="28461" y="67056"/>
                  <a:pt x="24384" y="62979"/>
                  <a:pt x="24384" y="57912"/>
                </a:cubicBezTo>
                <a:cubicBezTo>
                  <a:pt x="24384" y="36043"/>
                  <a:pt x="42139" y="18288"/>
                  <a:pt x="64008" y="18288"/>
                </a:cubicBezTo>
                <a:cubicBezTo>
                  <a:pt x="69075" y="18288"/>
                  <a:pt x="73152" y="22365"/>
                  <a:pt x="73152" y="27432"/>
                </a:cubicBezTo>
                <a:cubicBezTo>
                  <a:pt x="73152" y="32499"/>
                  <a:pt x="69075" y="36576"/>
                  <a:pt x="64008" y="36576"/>
                </a:cubicBezTo>
                <a:close/>
              </a:path>
            </a:pathLst>
          </a:custGeom>
          <a:solidFill>
            <a:srgbClr val="8B0000"/>
          </a:solidFill>
          <a:ln/>
        </p:spPr>
      </p:sp>
      <p:sp>
        <p:nvSpPr>
          <p:cNvPr id="33" name="Text 31"/>
          <p:cNvSpPr/>
          <p:nvPr/>
        </p:nvSpPr>
        <p:spPr>
          <a:xfrm>
            <a:off x="4636313" y="2772053"/>
            <a:ext cx="3267456" cy="260096"/>
          </a:xfrm>
          <a:prstGeom prst="rect">
            <a:avLst/>
          </a:prstGeom>
          <a:noFill/>
          <a:ln/>
        </p:spPr>
        <p:txBody>
          <a:bodyPr wrap="square" lIns="0" tIns="0" rIns="0" bIns="0" rtlCol="0" anchor="ctr"/>
          <a:lstStyle/>
          <a:p>
            <a:pPr>
              <a:lnSpc>
                <a:spcPct val="110000"/>
              </a:lnSpc>
            </a:pPr>
            <a:r>
              <a:rPr lang="en-US" sz="1500" b="1" dirty="0">
                <a:solidFill>
                  <a:srgbClr val="8B0000"/>
                </a:solidFill>
                <a:latin typeface="Sorts Mill Goudy" pitchFamily="34" charset="0"/>
              </a:rPr>
              <a:t>Canada</a:t>
            </a:r>
          </a:p>
        </p:txBody>
      </p:sp>
      <p:sp>
        <p:nvSpPr>
          <p:cNvPr id="34" name="Shape 32"/>
          <p:cNvSpPr/>
          <p:nvPr/>
        </p:nvSpPr>
        <p:spPr>
          <a:xfrm>
            <a:off x="4408729" y="3162094"/>
            <a:ext cx="3397504" cy="617728"/>
          </a:xfrm>
          <a:custGeom>
            <a:avLst/>
            <a:gdLst/>
            <a:ahLst/>
            <a:cxnLst/>
            <a:rect l="l" t="t" r="r" b="b"/>
            <a:pathLst>
              <a:path w="3397504" h="617728">
                <a:moveTo>
                  <a:pt x="0" y="0"/>
                </a:moveTo>
                <a:lnTo>
                  <a:pt x="3397504" y="0"/>
                </a:lnTo>
                <a:lnTo>
                  <a:pt x="3397504" y="617728"/>
                </a:lnTo>
                <a:lnTo>
                  <a:pt x="0" y="617728"/>
                </a:lnTo>
                <a:lnTo>
                  <a:pt x="0" y="0"/>
                </a:lnTo>
                <a:close/>
              </a:path>
            </a:pathLst>
          </a:custGeom>
          <a:solidFill>
            <a:srgbClr val="FFFFFF"/>
          </a:solidFill>
          <a:ln/>
        </p:spPr>
      </p:sp>
      <p:sp>
        <p:nvSpPr>
          <p:cNvPr id="35" name="Shape 33"/>
          <p:cNvSpPr/>
          <p:nvPr/>
        </p:nvSpPr>
        <p:spPr>
          <a:xfrm>
            <a:off x="4408729" y="3162094"/>
            <a:ext cx="32512" cy="617728"/>
          </a:xfrm>
          <a:custGeom>
            <a:avLst/>
            <a:gdLst/>
            <a:ahLst/>
            <a:cxnLst/>
            <a:rect l="l" t="t" r="r" b="b"/>
            <a:pathLst>
              <a:path w="32512" h="617728">
                <a:moveTo>
                  <a:pt x="0" y="0"/>
                </a:moveTo>
                <a:lnTo>
                  <a:pt x="32512" y="0"/>
                </a:lnTo>
                <a:lnTo>
                  <a:pt x="32512" y="617728"/>
                </a:lnTo>
                <a:lnTo>
                  <a:pt x="0" y="617728"/>
                </a:lnTo>
                <a:lnTo>
                  <a:pt x="0" y="0"/>
                </a:lnTo>
                <a:close/>
              </a:path>
            </a:pathLst>
          </a:custGeom>
          <a:solidFill>
            <a:srgbClr val="8B0000"/>
          </a:solidFill>
          <a:ln/>
        </p:spPr>
      </p:sp>
      <p:sp>
        <p:nvSpPr>
          <p:cNvPr id="36" name="Text 34"/>
          <p:cNvSpPr/>
          <p:nvPr/>
        </p:nvSpPr>
        <p:spPr>
          <a:xfrm>
            <a:off x="4522521" y="3259630"/>
            <a:ext cx="3259328" cy="227584"/>
          </a:xfrm>
          <a:prstGeom prst="rect">
            <a:avLst/>
          </a:prstGeom>
          <a:noFill/>
          <a:ln/>
        </p:spPr>
        <p:txBody>
          <a:bodyPr wrap="square" lIns="0" tIns="0" rIns="0" bIns="0" rtlCol="0" anchor="ctr"/>
          <a:lstStyle/>
          <a:p>
            <a:pPr>
              <a:lnSpc>
                <a:spcPct val="130000"/>
              </a:lnSpc>
            </a:pPr>
            <a:r>
              <a:rPr lang="en-US" sz="1300" b="1" dirty="0">
                <a:solidFill>
                  <a:srgbClr val="1F2937"/>
                </a:solidFill>
                <a:latin typeface="Sorts Mill Goudy" pitchFamily="34" charset="0"/>
              </a:rPr>
              <a:t>Consort</a:t>
            </a:r>
          </a:p>
        </p:txBody>
      </p:sp>
      <p:sp>
        <p:nvSpPr>
          <p:cNvPr id="37" name="Text 35"/>
          <p:cNvSpPr/>
          <p:nvPr/>
        </p:nvSpPr>
        <p:spPr>
          <a:xfrm>
            <a:off x="4522521" y="3487214"/>
            <a:ext cx="3251200" cy="195072"/>
          </a:xfrm>
          <a:prstGeom prst="rect">
            <a:avLst/>
          </a:prstGeom>
          <a:noFill/>
          <a:ln/>
        </p:spPr>
        <p:txBody>
          <a:bodyPr wrap="square" lIns="0" tIns="0" rIns="0" bIns="0" rtlCol="0" anchor="ctr"/>
          <a:lstStyle/>
          <a:p>
            <a:pPr>
              <a:lnSpc>
                <a:spcPct val="130000"/>
              </a:lnSpc>
            </a:pPr>
            <a:r>
              <a:rPr lang="en-US" sz="1100" dirty="0">
                <a:solidFill>
                  <a:srgbClr val="6B7280"/>
                </a:solidFill>
                <a:latin typeface="Sorts Mill Goudy" pitchFamily="34" charset="0"/>
              </a:rPr>
              <a:t>Underserved market with stable response</a:t>
            </a:r>
          </a:p>
        </p:txBody>
      </p:sp>
      <p:sp>
        <p:nvSpPr>
          <p:cNvPr id="38" name="Shape 36"/>
          <p:cNvSpPr/>
          <p:nvPr/>
        </p:nvSpPr>
        <p:spPr>
          <a:xfrm>
            <a:off x="4408729" y="3877358"/>
            <a:ext cx="3397504" cy="617728"/>
          </a:xfrm>
          <a:custGeom>
            <a:avLst/>
            <a:gdLst/>
            <a:ahLst/>
            <a:cxnLst/>
            <a:rect l="l" t="t" r="r" b="b"/>
            <a:pathLst>
              <a:path w="3397504" h="617728">
                <a:moveTo>
                  <a:pt x="0" y="0"/>
                </a:moveTo>
                <a:lnTo>
                  <a:pt x="3397504" y="0"/>
                </a:lnTo>
                <a:lnTo>
                  <a:pt x="3397504" y="617728"/>
                </a:lnTo>
                <a:lnTo>
                  <a:pt x="0" y="617728"/>
                </a:lnTo>
                <a:lnTo>
                  <a:pt x="0" y="0"/>
                </a:lnTo>
                <a:close/>
              </a:path>
            </a:pathLst>
          </a:custGeom>
          <a:solidFill>
            <a:srgbClr val="FFFFFF"/>
          </a:solidFill>
          <a:ln/>
        </p:spPr>
      </p:sp>
      <p:sp>
        <p:nvSpPr>
          <p:cNvPr id="39" name="Shape 37"/>
          <p:cNvSpPr/>
          <p:nvPr/>
        </p:nvSpPr>
        <p:spPr>
          <a:xfrm>
            <a:off x="4408729" y="3877358"/>
            <a:ext cx="32512" cy="617728"/>
          </a:xfrm>
          <a:custGeom>
            <a:avLst/>
            <a:gdLst/>
            <a:ahLst/>
            <a:cxnLst/>
            <a:rect l="l" t="t" r="r" b="b"/>
            <a:pathLst>
              <a:path w="32512" h="617728">
                <a:moveTo>
                  <a:pt x="0" y="0"/>
                </a:moveTo>
                <a:lnTo>
                  <a:pt x="32512" y="0"/>
                </a:lnTo>
                <a:lnTo>
                  <a:pt x="32512" y="617728"/>
                </a:lnTo>
                <a:lnTo>
                  <a:pt x="0" y="617728"/>
                </a:lnTo>
                <a:lnTo>
                  <a:pt x="0" y="0"/>
                </a:lnTo>
                <a:close/>
              </a:path>
            </a:pathLst>
          </a:custGeom>
          <a:solidFill>
            <a:srgbClr val="8B0000"/>
          </a:solidFill>
          <a:ln/>
        </p:spPr>
      </p:sp>
      <p:sp>
        <p:nvSpPr>
          <p:cNvPr id="40" name="Text 38"/>
          <p:cNvSpPr/>
          <p:nvPr/>
        </p:nvSpPr>
        <p:spPr>
          <a:xfrm>
            <a:off x="4522521" y="3974894"/>
            <a:ext cx="3259328" cy="227584"/>
          </a:xfrm>
          <a:prstGeom prst="rect">
            <a:avLst/>
          </a:prstGeom>
          <a:noFill/>
          <a:ln/>
        </p:spPr>
        <p:txBody>
          <a:bodyPr wrap="square" lIns="0" tIns="0" rIns="0" bIns="0" rtlCol="0" anchor="ctr"/>
          <a:lstStyle/>
          <a:p>
            <a:pPr>
              <a:lnSpc>
                <a:spcPct val="130000"/>
              </a:lnSpc>
            </a:pPr>
            <a:r>
              <a:rPr lang="en-US" sz="1300" b="1" dirty="0">
                <a:solidFill>
                  <a:srgbClr val="1F2937"/>
                </a:solidFill>
                <a:latin typeface="Sorts Mill Goudy" pitchFamily="34" charset="0"/>
              </a:rPr>
              <a:t>Yorkton</a:t>
            </a:r>
          </a:p>
        </p:txBody>
      </p:sp>
      <p:sp>
        <p:nvSpPr>
          <p:cNvPr id="41" name="Text 39"/>
          <p:cNvSpPr/>
          <p:nvPr/>
        </p:nvSpPr>
        <p:spPr>
          <a:xfrm>
            <a:off x="4522521" y="4202478"/>
            <a:ext cx="3251200" cy="195072"/>
          </a:xfrm>
          <a:prstGeom prst="rect">
            <a:avLst/>
          </a:prstGeom>
          <a:noFill/>
          <a:ln/>
        </p:spPr>
        <p:txBody>
          <a:bodyPr wrap="square" lIns="0" tIns="0" rIns="0" bIns="0" rtlCol="0" anchor="ctr"/>
          <a:lstStyle/>
          <a:p>
            <a:pPr>
              <a:lnSpc>
                <a:spcPct val="130000"/>
              </a:lnSpc>
            </a:pPr>
            <a:r>
              <a:rPr lang="en-US" sz="1100" dirty="0">
                <a:solidFill>
                  <a:srgbClr val="6B7280"/>
                </a:solidFill>
                <a:latin typeface="Sorts Mill Goudy" pitchFamily="34" charset="0"/>
              </a:rPr>
              <a:t>Regional hub potential</a:t>
            </a:r>
          </a:p>
        </p:txBody>
      </p:sp>
      <p:sp>
        <p:nvSpPr>
          <p:cNvPr id="42" name="Shape 40"/>
          <p:cNvSpPr/>
          <p:nvPr/>
        </p:nvSpPr>
        <p:spPr>
          <a:xfrm>
            <a:off x="4392473" y="4690158"/>
            <a:ext cx="3413760" cy="942848"/>
          </a:xfrm>
          <a:custGeom>
            <a:avLst/>
            <a:gdLst/>
            <a:ahLst/>
            <a:cxnLst/>
            <a:rect l="l" t="t" r="r" b="b"/>
            <a:pathLst>
              <a:path w="3413760" h="682752">
                <a:moveTo>
                  <a:pt x="0" y="0"/>
                </a:moveTo>
                <a:lnTo>
                  <a:pt x="3413760" y="0"/>
                </a:lnTo>
                <a:lnTo>
                  <a:pt x="3413760" y="682752"/>
                </a:lnTo>
                <a:lnTo>
                  <a:pt x="0" y="682752"/>
                </a:lnTo>
                <a:lnTo>
                  <a:pt x="0" y="0"/>
                </a:lnTo>
                <a:close/>
              </a:path>
            </a:pathLst>
          </a:custGeom>
          <a:solidFill>
            <a:srgbClr val="8B0000">
              <a:alpha val="10196"/>
            </a:srgbClr>
          </a:solidFill>
          <a:ln/>
        </p:spPr>
      </p:sp>
      <p:sp>
        <p:nvSpPr>
          <p:cNvPr id="43" name="Text 41"/>
          <p:cNvSpPr/>
          <p:nvPr/>
        </p:nvSpPr>
        <p:spPr>
          <a:xfrm>
            <a:off x="4490009" y="4820206"/>
            <a:ext cx="3218688" cy="585216"/>
          </a:xfrm>
          <a:prstGeom prst="rect">
            <a:avLst/>
          </a:prstGeom>
          <a:noFill/>
          <a:ln/>
        </p:spPr>
        <p:txBody>
          <a:bodyPr wrap="square" lIns="0" tIns="0" rIns="0" bIns="0" rtlCol="0" anchor="ctr"/>
          <a:lstStyle/>
          <a:p>
            <a:pPr algn="ctr">
              <a:lnSpc>
                <a:spcPct val="140000"/>
              </a:lnSpc>
            </a:pPr>
            <a:r>
              <a:rPr lang="en-US" sz="1500" b="1" dirty="0">
                <a:solidFill>
                  <a:srgbClr val="1F2937"/>
                </a:solidFill>
                <a:latin typeface="Sorts Mill Goudy" pitchFamily="34" charset="0"/>
              </a:rPr>
              <a:t>Market Characteristic: </a:t>
            </a:r>
          </a:p>
          <a:p>
            <a:pPr>
              <a:lnSpc>
                <a:spcPct val="130000"/>
              </a:lnSpc>
            </a:pPr>
            <a:r>
              <a:rPr lang="en-US" sz="1300" dirty="0">
                <a:solidFill>
                  <a:srgbClr val="6B7280"/>
                </a:solidFill>
                <a:latin typeface="Sorts Mill Goudy" pitchFamily="34" charset="0"/>
              </a:rPr>
              <a:t>Very low restaurant density creates first-mover advantage opportunity</a:t>
            </a:r>
          </a:p>
        </p:txBody>
      </p:sp>
      <p:sp>
        <p:nvSpPr>
          <p:cNvPr id="44" name="Shape 42"/>
          <p:cNvSpPr/>
          <p:nvPr/>
        </p:nvSpPr>
        <p:spPr>
          <a:xfrm>
            <a:off x="8115198" y="2602994"/>
            <a:ext cx="3751885" cy="3491789"/>
          </a:xfrm>
          <a:custGeom>
            <a:avLst/>
            <a:gdLst/>
            <a:ahLst/>
            <a:cxnLst/>
            <a:rect l="l" t="t" r="r" b="b"/>
            <a:pathLst>
              <a:path w="3751885" h="3491789">
                <a:moveTo>
                  <a:pt x="0" y="0"/>
                </a:moveTo>
                <a:lnTo>
                  <a:pt x="3751885" y="0"/>
                </a:lnTo>
                <a:lnTo>
                  <a:pt x="3751885" y="3491789"/>
                </a:lnTo>
                <a:lnTo>
                  <a:pt x="0" y="3491789"/>
                </a:lnTo>
                <a:lnTo>
                  <a:pt x="0" y="0"/>
                </a:lnTo>
                <a:close/>
              </a:path>
            </a:pathLst>
          </a:custGeom>
          <a:solidFill>
            <a:srgbClr val="F9FAFB"/>
          </a:solidFill>
          <a:ln w="20320">
            <a:solidFill>
              <a:srgbClr val="8B0000"/>
            </a:solidFill>
            <a:prstDash val="solid"/>
          </a:ln>
        </p:spPr>
      </p:sp>
      <p:sp>
        <p:nvSpPr>
          <p:cNvPr id="45" name="Shape 43"/>
          <p:cNvSpPr/>
          <p:nvPr/>
        </p:nvSpPr>
        <p:spPr>
          <a:xfrm>
            <a:off x="8345221" y="2804462"/>
            <a:ext cx="121920" cy="195072"/>
          </a:xfrm>
          <a:custGeom>
            <a:avLst/>
            <a:gdLst/>
            <a:ahLst/>
            <a:cxnLst/>
            <a:rect l="l" t="t" r="r" b="b"/>
            <a:pathLst>
              <a:path w="121920" h="195072">
                <a:moveTo>
                  <a:pt x="73152" y="108356"/>
                </a:moveTo>
                <a:cubicBezTo>
                  <a:pt x="97574" y="102832"/>
                  <a:pt x="115824" y="80962"/>
                  <a:pt x="115824" y="54864"/>
                </a:cubicBezTo>
                <a:cubicBezTo>
                  <a:pt x="115824" y="24575"/>
                  <a:pt x="91250" y="0"/>
                  <a:pt x="60960" y="0"/>
                </a:cubicBezTo>
                <a:cubicBezTo>
                  <a:pt x="30670" y="0"/>
                  <a:pt x="6096" y="24575"/>
                  <a:pt x="6096" y="54864"/>
                </a:cubicBezTo>
                <a:cubicBezTo>
                  <a:pt x="6096" y="80962"/>
                  <a:pt x="24346" y="102832"/>
                  <a:pt x="48768" y="108356"/>
                </a:cubicBezTo>
                <a:lnTo>
                  <a:pt x="48768" y="182880"/>
                </a:lnTo>
                <a:cubicBezTo>
                  <a:pt x="48768" y="189624"/>
                  <a:pt x="54216" y="195072"/>
                  <a:pt x="60960" y="195072"/>
                </a:cubicBezTo>
                <a:cubicBezTo>
                  <a:pt x="67704" y="195072"/>
                  <a:pt x="73152" y="189624"/>
                  <a:pt x="73152" y="182880"/>
                </a:cubicBezTo>
                <a:lnTo>
                  <a:pt x="73152" y="108356"/>
                </a:lnTo>
                <a:close/>
                <a:moveTo>
                  <a:pt x="64008" y="36576"/>
                </a:moveTo>
                <a:cubicBezTo>
                  <a:pt x="52235" y="36576"/>
                  <a:pt x="42672" y="46139"/>
                  <a:pt x="42672" y="57912"/>
                </a:cubicBezTo>
                <a:cubicBezTo>
                  <a:pt x="42672" y="62979"/>
                  <a:pt x="38595" y="67056"/>
                  <a:pt x="33528" y="67056"/>
                </a:cubicBezTo>
                <a:cubicBezTo>
                  <a:pt x="28461" y="67056"/>
                  <a:pt x="24384" y="62979"/>
                  <a:pt x="24384" y="57912"/>
                </a:cubicBezTo>
                <a:cubicBezTo>
                  <a:pt x="24384" y="36043"/>
                  <a:pt x="42139" y="18288"/>
                  <a:pt x="64008" y="18288"/>
                </a:cubicBezTo>
                <a:cubicBezTo>
                  <a:pt x="69075" y="18288"/>
                  <a:pt x="73152" y="22365"/>
                  <a:pt x="73152" y="27432"/>
                </a:cubicBezTo>
                <a:cubicBezTo>
                  <a:pt x="73152" y="32499"/>
                  <a:pt x="69075" y="36576"/>
                  <a:pt x="64008" y="36576"/>
                </a:cubicBezTo>
                <a:close/>
              </a:path>
            </a:pathLst>
          </a:custGeom>
          <a:solidFill>
            <a:srgbClr val="8B0000"/>
          </a:solidFill>
          <a:ln/>
        </p:spPr>
      </p:sp>
      <p:sp>
        <p:nvSpPr>
          <p:cNvPr id="46" name="Text 44"/>
          <p:cNvSpPr/>
          <p:nvPr/>
        </p:nvSpPr>
        <p:spPr>
          <a:xfrm>
            <a:off x="8528101" y="2772053"/>
            <a:ext cx="3267456" cy="260096"/>
          </a:xfrm>
          <a:prstGeom prst="rect">
            <a:avLst/>
          </a:prstGeom>
          <a:noFill/>
          <a:ln/>
        </p:spPr>
        <p:txBody>
          <a:bodyPr wrap="square" lIns="0" tIns="0" rIns="0" bIns="0" rtlCol="0" anchor="ctr"/>
          <a:lstStyle/>
          <a:p>
            <a:pPr>
              <a:lnSpc>
                <a:spcPct val="110000"/>
              </a:lnSpc>
            </a:pPr>
            <a:r>
              <a:rPr lang="en-US" sz="1500" b="1" dirty="0">
                <a:solidFill>
                  <a:srgbClr val="8B0000"/>
                </a:solidFill>
                <a:latin typeface="Sorts Mill Goudy" pitchFamily="34" charset="0"/>
              </a:rPr>
              <a:t>Qatar</a:t>
            </a:r>
          </a:p>
        </p:txBody>
      </p:sp>
      <p:sp>
        <p:nvSpPr>
          <p:cNvPr id="47" name="Shape 45"/>
          <p:cNvSpPr/>
          <p:nvPr/>
        </p:nvSpPr>
        <p:spPr>
          <a:xfrm>
            <a:off x="8300517" y="3162094"/>
            <a:ext cx="3397504" cy="617728"/>
          </a:xfrm>
          <a:custGeom>
            <a:avLst/>
            <a:gdLst/>
            <a:ahLst/>
            <a:cxnLst/>
            <a:rect l="l" t="t" r="r" b="b"/>
            <a:pathLst>
              <a:path w="3397504" h="617728">
                <a:moveTo>
                  <a:pt x="0" y="0"/>
                </a:moveTo>
                <a:lnTo>
                  <a:pt x="3397504" y="0"/>
                </a:lnTo>
                <a:lnTo>
                  <a:pt x="3397504" y="617728"/>
                </a:lnTo>
                <a:lnTo>
                  <a:pt x="0" y="617728"/>
                </a:lnTo>
                <a:lnTo>
                  <a:pt x="0" y="0"/>
                </a:lnTo>
                <a:close/>
              </a:path>
            </a:pathLst>
          </a:custGeom>
          <a:solidFill>
            <a:srgbClr val="FFFFFF"/>
          </a:solidFill>
          <a:ln/>
        </p:spPr>
      </p:sp>
      <p:sp>
        <p:nvSpPr>
          <p:cNvPr id="48" name="Shape 46"/>
          <p:cNvSpPr/>
          <p:nvPr/>
        </p:nvSpPr>
        <p:spPr>
          <a:xfrm>
            <a:off x="8300517" y="3162094"/>
            <a:ext cx="32512" cy="617728"/>
          </a:xfrm>
          <a:custGeom>
            <a:avLst/>
            <a:gdLst/>
            <a:ahLst/>
            <a:cxnLst/>
            <a:rect l="l" t="t" r="r" b="b"/>
            <a:pathLst>
              <a:path w="32512" h="617728">
                <a:moveTo>
                  <a:pt x="0" y="0"/>
                </a:moveTo>
                <a:lnTo>
                  <a:pt x="32512" y="0"/>
                </a:lnTo>
                <a:lnTo>
                  <a:pt x="32512" y="617728"/>
                </a:lnTo>
                <a:lnTo>
                  <a:pt x="0" y="617728"/>
                </a:lnTo>
                <a:lnTo>
                  <a:pt x="0" y="0"/>
                </a:lnTo>
                <a:close/>
              </a:path>
            </a:pathLst>
          </a:custGeom>
          <a:solidFill>
            <a:srgbClr val="8B0000"/>
          </a:solidFill>
          <a:ln/>
        </p:spPr>
      </p:sp>
      <p:sp>
        <p:nvSpPr>
          <p:cNvPr id="49" name="Text 47"/>
          <p:cNvSpPr/>
          <p:nvPr/>
        </p:nvSpPr>
        <p:spPr>
          <a:xfrm>
            <a:off x="8414309" y="3259630"/>
            <a:ext cx="3259328" cy="227584"/>
          </a:xfrm>
          <a:prstGeom prst="rect">
            <a:avLst/>
          </a:prstGeom>
          <a:noFill/>
          <a:ln/>
        </p:spPr>
        <p:txBody>
          <a:bodyPr wrap="square" lIns="0" tIns="0" rIns="0" bIns="0" rtlCol="0" anchor="ctr"/>
          <a:lstStyle/>
          <a:p>
            <a:pPr>
              <a:lnSpc>
                <a:spcPct val="130000"/>
              </a:lnSpc>
            </a:pPr>
            <a:r>
              <a:rPr lang="en-US" sz="1300" b="1" dirty="0">
                <a:solidFill>
                  <a:srgbClr val="1F2937"/>
                </a:solidFill>
                <a:latin typeface="Sorts Mill Goudy" pitchFamily="34" charset="0"/>
                <a:ea typeface="Sorts Mill Goudy" pitchFamily="34" charset="-122"/>
                <a:cs typeface="Sorts Mill Goudy" pitchFamily="34" charset="-120"/>
              </a:rPr>
              <a:t>Doha</a:t>
            </a:r>
            <a:endParaRPr lang="en-US" sz="1300" dirty="0"/>
          </a:p>
        </p:txBody>
      </p:sp>
      <p:sp>
        <p:nvSpPr>
          <p:cNvPr id="50" name="Text 48"/>
          <p:cNvSpPr/>
          <p:nvPr/>
        </p:nvSpPr>
        <p:spPr>
          <a:xfrm>
            <a:off x="8414309" y="3487214"/>
            <a:ext cx="3251200" cy="195072"/>
          </a:xfrm>
          <a:prstGeom prst="rect">
            <a:avLst/>
          </a:prstGeom>
          <a:noFill/>
          <a:ln/>
        </p:spPr>
        <p:txBody>
          <a:bodyPr wrap="square" lIns="0" tIns="0" rIns="0" bIns="0" rtlCol="0" anchor="ctr"/>
          <a:lstStyle/>
          <a:p>
            <a:pPr>
              <a:lnSpc>
                <a:spcPct val="130000"/>
              </a:lnSpc>
            </a:pPr>
            <a:r>
              <a:rPr lang="en-US" sz="1100" dirty="0">
                <a:solidFill>
                  <a:srgbClr val="6B7280"/>
                </a:solidFill>
                <a:latin typeface="Sorts Mill Goudy" pitchFamily="34" charset="0"/>
              </a:rPr>
              <a:t>Strong demand and rating consistency</a:t>
            </a:r>
          </a:p>
        </p:txBody>
      </p:sp>
      <p:sp>
        <p:nvSpPr>
          <p:cNvPr id="51" name="Shape 49"/>
          <p:cNvSpPr/>
          <p:nvPr/>
        </p:nvSpPr>
        <p:spPr>
          <a:xfrm>
            <a:off x="8284261" y="3909870"/>
            <a:ext cx="3413760" cy="1723136"/>
          </a:xfrm>
          <a:custGeom>
            <a:avLst/>
            <a:gdLst/>
            <a:ahLst/>
            <a:cxnLst/>
            <a:rect l="l" t="t" r="r" b="b"/>
            <a:pathLst>
              <a:path w="3413760" h="1398016">
                <a:moveTo>
                  <a:pt x="0" y="0"/>
                </a:moveTo>
                <a:lnTo>
                  <a:pt x="3413760" y="0"/>
                </a:lnTo>
                <a:lnTo>
                  <a:pt x="3413760" y="1398016"/>
                </a:lnTo>
                <a:lnTo>
                  <a:pt x="0" y="1398016"/>
                </a:lnTo>
                <a:lnTo>
                  <a:pt x="0" y="0"/>
                </a:lnTo>
                <a:close/>
              </a:path>
            </a:pathLst>
          </a:custGeom>
          <a:solidFill>
            <a:srgbClr val="8B0000">
              <a:alpha val="10196"/>
            </a:srgbClr>
          </a:solidFill>
          <a:ln/>
        </p:spPr>
      </p:sp>
      <p:sp>
        <p:nvSpPr>
          <p:cNvPr id="52" name="Text 50"/>
          <p:cNvSpPr/>
          <p:nvPr/>
        </p:nvSpPr>
        <p:spPr>
          <a:xfrm>
            <a:off x="8414308" y="4039918"/>
            <a:ext cx="1644091" cy="130048"/>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Market Advantages:</a:t>
            </a:r>
          </a:p>
        </p:txBody>
      </p:sp>
      <p:sp>
        <p:nvSpPr>
          <p:cNvPr id="53" name="Text 51"/>
          <p:cNvSpPr/>
          <p:nvPr/>
        </p:nvSpPr>
        <p:spPr>
          <a:xfrm>
            <a:off x="8414309" y="4300014"/>
            <a:ext cx="3218688" cy="195072"/>
          </a:xfrm>
          <a:prstGeom prst="rect">
            <a:avLst/>
          </a:prstGeom>
          <a:noFill/>
          <a:ln/>
        </p:spPr>
        <p:txBody>
          <a:bodyPr wrap="square" lIns="0" tIns="0" rIns="0" bIns="0" rtlCol="0" anchor="ctr"/>
          <a:lstStyle/>
          <a:p>
            <a:pPr>
              <a:lnSpc>
                <a:spcPct val="130000"/>
              </a:lnSpc>
            </a:pPr>
            <a:r>
              <a:rPr lang="en-US" sz="1024" dirty="0">
                <a:solidFill>
                  <a:srgbClr val="6B7280"/>
                </a:solidFill>
                <a:latin typeface="Sorts Mill Goudy" pitchFamily="34" charset="0"/>
                <a:ea typeface="Sorts Mill Goudy" pitchFamily="34" charset="-122"/>
                <a:cs typeface="Sorts Mill Goudy" pitchFamily="34" charset="-120"/>
              </a:rPr>
              <a:t>• </a:t>
            </a:r>
            <a:r>
              <a:rPr lang="en-US" sz="1300" dirty="0">
                <a:solidFill>
                  <a:srgbClr val="6B7280"/>
                </a:solidFill>
                <a:latin typeface="Sorts Mill Goudy" pitchFamily="34" charset="0"/>
              </a:rPr>
              <a:t>Premium spending capacity</a:t>
            </a:r>
          </a:p>
        </p:txBody>
      </p:sp>
      <p:sp>
        <p:nvSpPr>
          <p:cNvPr id="54" name="Text 52"/>
          <p:cNvSpPr/>
          <p:nvPr/>
        </p:nvSpPr>
        <p:spPr>
          <a:xfrm>
            <a:off x="8430565" y="4629733"/>
            <a:ext cx="3218688" cy="195072"/>
          </a:xfrm>
          <a:prstGeom prst="rect">
            <a:avLst/>
          </a:prstGeom>
          <a:noFill/>
          <a:ln/>
        </p:spPr>
        <p:txBody>
          <a:bodyPr wrap="square" lIns="0" tIns="0" rIns="0" bIns="0" rtlCol="0" anchor="ctr"/>
          <a:lstStyle/>
          <a:p>
            <a:pPr>
              <a:lnSpc>
                <a:spcPct val="130000"/>
              </a:lnSpc>
            </a:pPr>
            <a:r>
              <a:rPr lang="en-US" sz="1100" dirty="0">
                <a:solidFill>
                  <a:srgbClr val="6B7280"/>
                </a:solidFill>
                <a:latin typeface="Sorts Mill Goudy" pitchFamily="34" charset="0"/>
              </a:rPr>
              <a:t>• </a:t>
            </a:r>
            <a:r>
              <a:rPr lang="en-US" sz="1300" dirty="0">
                <a:solidFill>
                  <a:srgbClr val="6B7280"/>
                </a:solidFill>
                <a:latin typeface="Sorts Mill Goudy" pitchFamily="34" charset="0"/>
              </a:rPr>
              <a:t>Quality-conscious consumers</a:t>
            </a:r>
          </a:p>
        </p:txBody>
      </p:sp>
      <p:sp>
        <p:nvSpPr>
          <p:cNvPr id="55" name="Text 53"/>
          <p:cNvSpPr/>
          <p:nvPr/>
        </p:nvSpPr>
        <p:spPr>
          <a:xfrm>
            <a:off x="8430565" y="4980870"/>
            <a:ext cx="3218688" cy="195072"/>
          </a:xfrm>
          <a:prstGeom prst="rect">
            <a:avLst/>
          </a:prstGeom>
          <a:noFill/>
          <a:ln/>
        </p:spPr>
        <p:txBody>
          <a:bodyPr wrap="square" lIns="0" tIns="0" rIns="0" bIns="0" rtlCol="0" anchor="ctr"/>
          <a:lstStyle/>
          <a:p>
            <a:pPr>
              <a:lnSpc>
                <a:spcPct val="130000"/>
              </a:lnSpc>
            </a:pPr>
            <a:r>
              <a:rPr lang="en-US" sz="1024" dirty="0">
                <a:solidFill>
                  <a:srgbClr val="6B7280"/>
                </a:solidFill>
                <a:latin typeface="Sorts Mill Goudy" pitchFamily="34" charset="0"/>
                <a:ea typeface="Sorts Mill Goudy" pitchFamily="34" charset="-122"/>
                <a:cs typeface="Sorts Mill Goudy" pitchFamily="34" charset="-120"/>
              </a:rPr>
              <a:t>• </a:t>
            </a:r>
            <a:r>
              <a:rPr lang="en-US" sz="1300" dirty="0">
                <a:solidFill>
                  <a:srgbClr val="6B7280"/>
                </a:solidFill>
                <a:latin typeface="Sorts Mill Goudy" pitchFamily="34" charset="0"/>
              </a:rPr>
              <a:t>Growing expat population</a:t>
            </a:r>
          </a:p>
        </p:txBody>
      </p:sp>
      <p:sp>
        <p:nvSpPr>
          <p:cNvPr id="56" name="Text 54"/>
          <p:cNvSpPr/>
          <p:nvPr/>
        </p:nvSpPr>
        <p:spPr>
          <a:xfrm>
            <a:off x="8449055" y="5295366"/>
            <a:ext cx="3218688" cy="195072"/>
          </a:xfrm>
          <a:prstGeom prst="rect">
            <a:avLst/>
          </a:prstGeom>
          <a:noFill/>
          <a:ln/>
        </p:spPr>
        <p:txBody>
          <a:bodyPr wrap="square" lIns="0" tIns="0" rIns="0" bIns="0" rtlCol="0" anchor="ctr"/>
          <a:lstStyle/>
          <a:p>
            <a:pPr>
              <a:lnSpc>
                <a:spcPct val="130000"/>
              </a:lnSpc>
            </a:pPr>
            <a:r>
              <a:rPr lang="en-US" sz="1024" dirty="0">
                <a:solidFill>
                  <a:srgbClr val="6B7280"/>
                </a:solidFill>
                <a:latin typeface="Sorts Mill Goudy" pitchFamily="34" charset="0"/>
                <a:ea typeface="Sorts Mill Goudy" pitchFamily="34" charset="-122"/>
                <a:cs typeface="Sorts Mill Goudy" pitchFamily="34" charset="-120"/>
              </a:rPr>
              <a:t>• </a:t>
            </a:r>
            <a:r>
              <a:rPr lang="en-US" sz="1300" dirty="0">
                <a:solidFill>
                  <a:srgbClr val="6B7280"/>
                </a:solidFill>
                <a:latin typeface="Sorts Mill Goudy" pitchFamily="34" charset="0"/>
              </a:rPr>
              <a:t>Limited quality competition</a:t>
            </a:r>
          </a:p>
        </p:txBody>
      </p:sp>
      <p:sp>
        <p:nvSpPr>
          <p:cNvPr id="57" name="Shape 55"/>
          <p:cNvSpPr/>
          <p:nvPr/>
        </p:nvSpPr>
        <p:spPr>
          <a:xfrm>
            <a:off x="325120" y="6153198"/>
            <a:ext cx="11541760" cy="704802"/>
          </a:xfrm>
          <a:custGeom>
            <a:avLst/>
            <a:gdLst/>
            <a:ahLst/>
            <a:cxnLst/>
            <a:rect l="l" t="t" r="r" b="b"/>
            <a:pathLst>
              <a:path w="11541760" h="804672">
                <a:moveTo>
                  <a:pt x="0" y="0"/>
                </a:moveTo>
                <a:lnTo>
                  <a:pt x="11541760" y="0"/>
                </a:lnTo>
                <a:lnTo>
                  <a:pt x="11541760" y="804672"/>
                </a:lnTo>
                <a:lnTo>
                  <a:pt x="0" y="804672"/>
                </a:lnTo>
                <a:lnTo>
                  <a:pt x="0" y="0"/>
                </a:lnTo>
                <a:close/>
              </a:path>
            </a:pathLst>
          </a:custGeom>
          <a:solidFill>
            <a:srgbClr val="8B0000"/>
          </a:solidFill>
          <a:ln/>
        </p:spPr>
      </p:sp>
      <p:sp>
        <p:nvSpPr>
          <p:cNvPr id="58" name="Shape 56"/>
          <p:cNvSpPr/>
          <p:nvPr/>
        </p:nvSpPr>
        <p:spPr>
          <a:xfrm>
            <a:off x="471424" y="6387695"/>
            <a:ext cx="243840" cy="243840"/>
          </a:xfrm>
          <a:custGeom>
            <a:avLst/>
            <a:gdLst/>
            <a:ahLst/>
            <a:cxnLst/>
            <a:rect l="l" t="t" r="r" b="b"/>
            <a:pathLst>
              <a:path w="243840" h="243840">
                <a:moveTo>
                  <a:pt x="60960" y="152400"/>
                </a:moveTo>
                <a:lnTo>
                  <a:pt x="11668" y="152400"/>
                </a:lnTo>
                <a:cubicBezTo>
                  <a:pt x="-190" y="152400"/>
                  <a:pt x="-7477" y="139494"/>
                  <a:pt x="-1381" y="129302"/>
                </a:cubicBezTo>
                <a:lnTo>
                  <a:pt x="23812" y="87297"/>
                </a:lnTo>
                <a:cubicBezTo>
                  <a:pt x="27956" y="80391"/>
                  <a:pt x="35385" y="76200"/>
                  <a:pt x="43434" y="76200"/>
                </a:cubicBezTo>
                <a:lnTo>
                  <a:pt x="88678" y="76200"/>
                </a:lnTo>
                <a:cubicBezTo>
                  <a:pt x="124920" y="14811"/>
                  <a:pt x="178975" y="11716"/>
                  <a:pt x="215122" y="17002"/>
                </a:cubicBezTo>
                <a:cubicBezTo>
                  <a:pt x="221218" y="17907"/>
                  <a:pt x="225981" y="22670"/>
                  <a:pt x="226838" y="28718"/>
                </a:cubicBezTo>
                <a:cubicBezTo>
                  <a:pt x="232124" y="64865"/>
                  <a:pt x="229029" y="118920"/>
                  <a:pt x="167640" y="155162"/>
                </a:cubicBezTo>
                <a:lnTo>
                  <a:pt x="167640" y="200406"/>
                </a:lnTo>
                <a:cubicBezTo>
                  <a:pt x="167640" y="208455"/>
                  <a:pt x="163449" y="215884"/>
                  <a:pt x="156543" y="220028"/>
                </a:cubicBezTo>
                <a:lnTo>
                  <a:pt x="114538" y="245221"/>
                </a:lnTo>
                <a:cubicBezTo>
                  <a:pt x="104394" y="251317"/>
                  <a:pt x="91440" y="243983"/>
                  <a:pt x="91440" y="232172"/>
                </a:cubicBezTo>
                <a:lnTo>
                  <a:pt x="91440" y="182880"/>
                </a:lnTo>
                <a:cubicBezTo>
                  <a:pt x="91440" y="166068"/>
                  <a:pt x="77772" y="152400"/>
                  <a:pt x="60960" y="152400"/>
                </a:cubicBezTo>
                <a:lnTo>
                  <a:pt x="60912" y="152400"/>
                </a:lnTo>
                <a:close/>
                <a:moveTo>
                  <a:pt x="190500" y="76200"/>
                </a:moveTo>
                <a:cubicBezTo>
                  <a:pt x="190500" y="63583"/>
                  <a:pt x="180257" y="53340"/>
                  <a:pt x="167640" y="53340"/>
                </a:cubicBezTo>
                <a:cubicBezTo>
                  <a:pt x="155023" y="53340"/>
                  <a:pt x="144780" y="63583"/>
                  <a:pt x="144780" y="76200"/>
                </a:cubicBezTo>
                <a:cubicBezTo>
                  <a:pt x="144780" y="88817"/>
                  <a:pt x="155023" y="99060"/>
                  <a:pt x="167640" y="99060"/>
                </a:cubicBezTo>
                <a:cubicBezTo>
                  <a:pt x="180257" y="99060"/>
                  <a:pt x="190500" y="88817"/>
                  <a:pt x="190500" y="76200"/>
                </a:cubicBezTo>
                <a:close/>
              </a:path>
            </a:pathLst>
          </a:custGeom>
          <a:solidFill>
            <a:srgbClr val="F9FAFB"/>
          </a:solidFill>
          <a:ln/>
        </p:spPr>
      </p:sp>
      <p:sp>
        <p:nvSpPr>
          <p:cNvPr id="59" name="Text 57"/>
          <p:cNvSpPr/>
          <p:nvPr/>
        </p:nvSpPr>
        <p:spPr>
          <a:xfrm>
            <a:off x="827126" y="6273903"/>
            <a:ext cx="10956544" cy="479552"/>
          </a:xfrm>
          <a:prstGeom prst="rect">
            <a:avLst/>
          </a:prstGeom>
          <a:noFill/>
          <a:ln/>
        </p:spPr>
        <p:txBody>
          <a:bodyPr wrap="square" lIns="0" tIns="0" rIns="0" bIns="0" rtlCol="0" anchor="ctr"/>
          <a:lstStyle/>
          <a:p>
            <a:pPr>
              <a:lnSpc>
                <a:spcPct val="140000"/>
              </a:lnSpc>
            </a:pPr>
            <a:r>
              <a:rPr lang="en-US" sz="1300" b="1" dirty="0">
                <a:solidFill>
                  <a:srgbClr val="F9FAFB"/>
                </a:solidFill>
                <a:latin typeface="Sorts Mill Goudy" pitchFamily="34" charset="0"/>
                <a:ea typeface="Sorts Mill Goudy" pitchFamily="34" charset="-122"/>
                <a:cs typeface="Sorts Mill Goudy" pitchFamily="34" charset="-120"/>
              </a:rPr>
              <a:t>Entry Strategy:</a:t>
            </a:r>
            <a:r>
              <a:rPr lang="en-US" sz="1152" dirty="0">
                <a:solidFill>
                  <a:srgbClr val="F9FAFB"/>
                </a:solidFill>
                <a:latin typeface="Sorts Mill Goudy" pitchFamily="34" charset="0"/>
                <a:ea typeface="Sorts Mill Goudy" pitchFamily="34" charset="-122"/>
                <a:cs typeface="Sorts Mill Goudy" pitchFamily="34" charset="-120"/>
              </a:rPr>
              <a:t> </a:t>
            </a:r>
            <a:r>
              <a:rPr lang="en-US" sz="1300" dirty="0">
                <a:solidFill>
                  <a:srgbClr val="F9FAFB"/>
                </a:solidFill>
                <a:latin typeface="Sorts Mill Goudy" pitchFamily="34" charset="0"/>
                <a:ea typeface="Sorts Mill Goudy" pitchFamily="34" charset="-122"/>
                <a:cs typeface="Sorts Mill Goudy" pitchFamily="34" charset="-120"/>
              </a:rPr>
              <a:t>Begin expansion in cities with low restaurant counts for higher visibility. Target cities with lower existing ratings first to capture market by offering superior quality and service. Use these as pilot markets before expanding to nearby regions.</a:t>
            </a:r>
            <a:endParaRPr lang="en-US" sz="13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4212" y="418844"/>
            <a:ext cx="509897" cy="509897"/>
          </a:xfrm>
          <a:custGeom>
            <a:avLst/>
            <a:gdLst/>
            <a:ahLst/>
            <a:cxnLst/>
            <a:rect l="l" t="t" r="r" b="b"/>
            <a:pathLst>
              <a:path w="509897" h="509897">
                <a:moveTo>
                  <a:pt x="254948" y="0"/>
                </a:moveTo>
                <a:lnTo>
                  <a:pt x="254948" y="0"/>
                </a:lnTo>
                <a:cubicBezTo>
                  <a:pt x="395753" y="0"/>
                  <a:pt x="509897" y="114144"/>
                  <a:pt x="509897" y="254948"/>
                </a:cubicBezTo>
                <a:lnTo>
                  <a:pt x="509897" y="254948"/>
                </a:lnTo>
                <a:cubicBezTo>
                  <a:pt x="509897" y="395753"/>
                  <a:pt x="395753" y="509897"/>
                  <a:pt x="254948" y="509897"/>
                </a:cubicBezTo>
                <a:lnTo>
                  <a:pt x="254948" y="509897"/>
                </a:lnTo>
                <a:cubicBezTo>
                  <a:pt x="114144" y="509897"/>
                  <a:pt x="0" y="395753"/>
                  <a:pt x="0" y="254948"/>
                </a:cubicBezTo>
                <a:lnTo>
                  <a:pt x="0" y="254948"/>
                </a:lnTo>
                <a:cubicBezTo>
                  <a:pt x="0" y="114144"/>
                  <a:pt x="114144" y="0"/>
                  <a:pt x="254948" y="0"/>
                </a:cubicBezTo>
                <a:close/>
              </a:path>
            </a:pathLst>
          </a:custGeom>
          <a:solidFill>
            <a:srgbClr val="8B0000"/>
          </a:solidFill>
          <a:ln/>
        </p:spPr>
      </p:sp>
      <p:sp>
        <p:nvSpPr>
          <p:cNvPr id="3" name="Text 1"/>
          <p:cNvSpPr/>
          <p:nvPr/>
        </p:nvSpPr>
        <p:spPr>
          <a:xfrm>
            <a:off x="544611" y="528108"/>
            <a:ext cx="254948" cy="291370"/>
          </a:xfrm>
          <a:prstGeom prst="rect">
            <a:avLst/>
          </a:prstGeom>
          <a:noFill/>
          <a:ln/>
        </p:spPr>
        <p:txBody>
          <a:bodyPr wrap="square" lIns="0" tIns="0" rIns="0" bIns="0" rtlCol="0" anchor="ctr"/>
          <a:lstStyle/>
          <a:p>
            <a:pPr>
              <a:lnSpc>
                <a:spcPct val="110000"/>
              </a:lnSpc>
            </a:pPr>
            <a:r>
              <a:rPr lang="en-US" sz="1721" b="1" dirty="0">
                <a:solidFill>
                  <a:srgbClr val="F9FAFB"/>
                </a:solidFill>
                <a:latin typeface="Sorts Mill Goudy" pitchFamily="34" charset="0"/>
                <a:ea typeface="Sorts Mill Goudy" pitchFamily="34" charset="-122"/>
                <a:cs typeface="Sorts Mill Goudy" pitchFamily="34" charset="-120"/>
              </a:rPr>
              <a:t>15</a:t>
            </a:r>
            <a:endParaRPr lang="en-US" sz="1600" dirty="0"/>
          </a:p>
        </p:txBody>
      </p:sp>
      <p:sp>
        <p:nvSpPr>
          <p:cNvPr id="4" name="Text 2"/>
          <p:cNvSpPr/>
          <p:nvPr/>
        </p:nvSpPr>
        <p:spPr>
          <a:xfrm>
            <a:off x="1019794" y="364212"/>
            <a:ext cx="7329768" cy="182106"/>
          </a:xfrm>
          <a:prstGeom prst="rect">
            <a:avLst/>
          </a:prstGeom>
          <a:noFill/>
          <a:ln/>
        </p:spPr>
        <p:txBody>
          <a:bodyPr wrap="square" lIns="0" tIns="0" rIns="0" bIns="0" rtlCol="0" anchor="ctr"/>
          <a:lstStyle/>
          <a:p>
            <a:pPr>
              <a:lnSpc>
                <a:spcPct val="120000"/>
              </a:lnSpc>
            </a:pPr>
            <a:endParaRPr lang="en-US" sz="1600" dirty="0"/>
          </a:p>
        </p:txBody>
      </p:sp>
      <p:sp>
        <p:nvSpPr>
          <p:cNvPr id="5" name="Text 3"/>
          <p:cNvSpPr/>
          <p:nvPr/>
        </p:nvSpPr>
        <p:spPr>
          <a:xfrm>
            <a:off x="1019794" y="546318"/>
            <a:ext cx="7484559" cy="437055"/>
          </a:xfrm>
          <a:prstGeom prst="rect">
            <a:avLst/>
          </a:prstGeom>
          <a:noFill/>
          <a:ln/>
        </p:spPr>
        <p:txBody>
          <a:bodyPr wrap="square" lIns="0" tIns="0" rIns="0" bIns="0" rtlCol="0" anchor="ctr"/>
          <a:lstStyle/>
          <a:p>
            <a:pPr>
              <a:lnSpc>
                <a:spcPct val="80000"/>
              </a:lnSpc>
            </a:pPr>
            <a:r>
              <a:rPr lang="en-US" sz="3441" b="1" dirty="0">
                <a:solidFill>
                  <a:srgbClr val="1F2937"/>
                </a:solidFill>
                <a:latin typeface="Sorts Mill Goudy" pitchFamily="34" charset="0"/>
                <a:ea typeface="Sorts Mill Goudy" pitchFamily="34" charset="-122"/>
                <a:cs typeface="Sorts Mill Goudy" pitchFamily="34" charset="-120"/>
              </a:rPr>
              <a:t>Cuisine Strategy &amp; Recommendations</a:t>
            </a:r>
            <a:endParaRPr lang="en-US" sz="1600" dirty="0"/>
          </a:p>
        </p:txBody>
      </p:sp>
      <p:sp>
        <p:nvSpPr>
          <p:cNvPr id="6" name="Shape 4"/>
          <p:cNvSpPr/>
          <p:nvPr/>
        </p:nvSpPr>
        <p:spPr>
          <a:xfrm>
            <a:off x="364212" y="1092636"/>
            <a:ext cx="1165479" cy="36421"/>
          </a:xfrm>
          <a:custGeom>
            <a:avLst/>
            <a:gdLst/>
            <a:ahLst/>
            <a:cxnLst/>
            <a:rect l="l" t="t" r="r" b="b"/>
            <a:pathLst>
              <a:path w="1165479" h="36421">
                <a:moveTo>
                  <a:pt x="0" y="0"/>
                </a:moveTo>
                <a:lnTo>
                  <a:pt x="1165479" y="0"/>
                </a:lnTo>
                <a:lnTo>
                  <a:pt x="1165479" y="36421"/>
                </a:lnTo>
                <a:lnTo>
                  <a:pt x="0" y="36421"/>
                </a:lnTo>
                <a:lnTo>
                  <a:pt x="0" y="0"/>
                </a:lnTo>
                <a:close/>
              </a:path>
            </a:pathLst>
          </a:custGeom>
          <a:solidFill>
            <a:srgbClr val="8B0000"/>
          </a:solidFill>
          <a:ln/>
        </p:spPr>
      </p:sp>
      <p:sp>
        <p:nvSpPr>
          <p:cNvPr id="7" name="Shape 5"/>
          <p:cNvSpPr/>
          <p:nvPr/>
        </p:nvSpPr>
        <p:spPr>
          <a:xfrm>
            <a:off x="382423" y="1274742"/>
            <a:ext cx="11445365" cy="1292953"/>
          </a:xfrm>
          <a:custGeom>
            <a:avLst/>
            <a:gdLst/>
            <a:ahLst/>
            <a:cxnLst/>
            <a:rect l="l" t="t" r="r" b="b"/>
            <a:pathLst>
              <a:path w="11445365" h="1292953">
                <a:moveTo>
                  <a:pt x="0" y="0"/>
                </a:moveTo>
                <a:lnTo>
                  <a:pt x="11445365" y="0"/>
                </a:lnTo>
                <a:lnTo>
                  <a:pt x="11445365" y="1292953"/>
                </a:lnTo>
                <a:lnTo>
                  <a:pt x="0" y="1292953"/>
                </a:lnTo>
                <a:lnTo>
                  <a:pt x="0" y="0"/>
                </a:lnTo>
                <a:close/>
              </a:path>
            </a:pathLst>
          </a:custGeom>
          <a:solidFill>
            <a:srgbClr val="F9FAFB"/>
          </a:solidFill>
          <a:ln/>
        </p:spPr>
      </p:sp>
      <p:sp>
        <p:nvSpPr>
          <p:cNvPr id="8" name="Shape 6"/>
          <p:cNvSpPr/>
          <p:nvPr/>
        </p:nvSpPr>
        <p:spPr>
          <a:xfrm>
            <a:off x="382423" y="1274742"/>
            <a:ext cx="36421" cy="1292953"/>
          </a:xfrm>
          <a:custGeom>
            <a:avLst/>
            <a:gdLst/>
            <a:ahLst/>
            <a:cxnLst/>
            <a:rect l="l" t="t" r="r" b="b"/>
            <a:pathLst>
              <a:path w="36421" h="1292953">
                <a:moveTo>
                  <a:pt x="0" y="0"/>
                </a:moveTo>
                <a:lnTo>
                  <a:pt x="36421" y="0"/>
                </a:lnTo>
                <a:lnTo>
                  <a:pt x="36421" y="1292953"/>
                </a:lnTo>
                <a:lnTo>
                  <a:pt x="0" y="1292953"/>
                </a:lnTo>
                <a:lnTo>
                  <a:pt x="0" y="0"/>
                </a:lnTo>
                <a:close/>
              </a:path>
            </a:pathLst>
          </a:custGeom>
          <a:solidFill>
            <a:srgbClr val="8B0000"/>
          </a:solidFill>
          <a:ln/>
        </p:spPr>
      </p:sp>
      <p:sp>
        <p:nvSpPr>
          <p:cNvPr id="9" name="Shape 7"/>
          <p:cNvSpPr/>
          <p:nvPr/>
        </p:nvSpPr>
        <p:spPr>
          <a:xfrm>
            <a:off x="610055" y="1493163"/>
            <a:ext cx="218527" cy="218527"/>
          </a:xfrm>
          <a:custGeom>
            <a:avLst/>
            <a:gdLst/>
            <a:ahLst/>
            <a:cxnLst/>
            <a:rect l="l" t="t" r="r" b="b"/>
            <a:pathLst>
              <a:path w="218527" h="218527">
                <a:moveTo>
                  <a:pt x="27273" y="6146"/>
                </a:moveTo>
                <a:cubicBezTo>
                  <a:pt x="26932" y="2646"/>
                  <a:pt x="23987" y="0"/>
                  <a:pt x="20487" y="0"/>
                </a:cubicBezTo>
                <a:cubicBezTo>
                  <a:pt x="16987" y="0"/>
                  <a:pt x="14042" y="2646"/>
                  <a:pt x="13658" y="6103"/>
                </a:cubicBezTo>
                <a:lnTo>
                  <a:pt x="7640" y="63894"/>
                </a:lnTo>
                <a:cubicBezTo>
                  <a:pt x="7085" y="66454"/>
                  <a:pt x="6829" y="69058"/>
                  <a:pt x="6829" y="71662"/>
                </a:cubicBezTo>
                <a:cubicBezTo>
                  <a:pt x="6829" y="91252"/>
                  <a:pt x="21810" y="107343"/>
                  <a:pt x="40974" y="109093"/>
                </a:cubicBezTo>
                <a:lnTo>
                  <a:pt x="40974" y="204869"/>
                </a:lnTo>
                <a:cubicBezTo>
                  <a:pt x="40974" y="212424"/>
                  <a:pt x="47077" y="218527"/>
                  <a:pt x="54632" y="218527"/>
                </a:cubicBezTo>
                <a:cubicBezTo>
                  <a:pt x="62186" y="218527"/>
                  <a:pt x="68290" y="212424"/>
                  <a:pt x="68290" y="204869"/>
                </a:cubicBezTo>
                <a:lnTo>
                  <a:pt x="68290" y="109093"/>
                </a:lnTo>
                <a:cubicBezTo>
                  <a:pt x="87454" y="107343"/>
                  <a:pt x="102435" y="91252"/>
                  <a:pt x="102435" y="71662"/>
                </a:cubicBezTo>
                <a:cubicBezTo>
                  <a:pt x="102435" y="69058"/>
                  <a:pt x="102179" y="66454"/>
                  <a:pt x="101624" y="63894"/>
                </a:cubicBezTo>
                <a:lnTo>
                  <a:pt x="95563" y="6103"/>
                </a:lnTo>
                <a:cubicBezTo>
                  <a:pt x="95222" y="2646"/>
                  <a:pt x="92277" y="0"/>
                  <a:pt x="88777" y="0"/>
                </a:cubicBezTo>
                <a:cubicBezTo>
                  <a:pt x="85277" y="0"/>
                  <a:pt x="82332" y="2646"/>
                  <a:pt x="81990" y="6146"/>
                </a:cubicBezTo>
                <a:lnTo>
                  <a:pt x="76186" y="63979"/>
                </a:lnTo>
                <a:cubicBezTo>
                  <a:pt x="75930" y="66412"/>
                  <a:pt x="73881" y="68290"/>
                  <a:pt x="71448" y="68290"/>
                </a:cubicBezTo>
                <a:cubicBezTo>
                  <a:pt x="68973" y="68290"/>
                  <a:pt x="66924" y="66412"/>
                  <a:pt x="66668" y="63936"/>
                </a:cubicBezTo>
                <a:lnTo>
                  <a:pt x="61418" y="6231"/>
                </a:lnTo>
                <a:cubicBezTo>
                  <a:pt x="61119" y="2689"/>
                  <a:pt x="58174" y="0"/>
                  <a:pt x="54632" y="0"/>
                </a:cubicBezTo>
                <a:cubicBezTo>
                  <a:pt x="51089" y="0"/>
                  <a:pt x="48144" y="2689"/>
                  <a:pt x="47846" y="6231"/>
                </a:cubicBezTo>
                <a:lnTo>
                  <a:pt x="42596" y="63936"/>
                </a:lnTo>
                <a:cubicBezTo>
                  <a:pt x="42382" y="66412"/>
                  <a:pt x="40291" y="68290"/>
                  <a:pt x="37815" y="68290"/>
                </a:cubicBezTo>
                <a:cubicBezTo>
                  <a:pt x="35340" y="68290"/>
                  <a:pt x="33291" y="66412"/>
                  <a:pt x="33078" y="63979"/>
                </a:cubicBezTo>
                <a:lnTo>
                  <a:pt x="27273" y="6146"/>
                </a:lnTo>
                <a:close/>
                <a:moveTo>
                  <a:pt x="191211" y="0"/>
                </a:moveTo>
                <a:cubicBezTo>
                  <a:pt x="184382" y="0"/>
                  <a:pt x="136580" y="13658"/>
                  <a:pt x="136580" y="75119"/>
                </a:cubicBezTo>
                <a:lnTo>
                  <a:pt x="136580" y="122922"/>
                </a:lnTo>
                <a:cubicBezTo>
                  <a:pt x="136580" y="137988"/>
                  <a:pt x="148829" y="150237"/>
                  <a:pt x="163895" y="150237"/>
                </a:cubicBezTo>
                <a:lnTo>
                  <a:pt x="177553" y="150237"/>
                </a:lnTo>
                <a:lnTo>
                  <a:pt x="177553" y="204869"/>
                </a:lnTo>
                <a:cubicBezTo>
                  <a:pt x="177553" y="212424"/>
                  <a:pt x="183657" y="218527"/>
                  <a:pt x="191211" y="218527"/>
                </a:cubicBezTo>
                <a:cubicBezTo>
                  <a:pt x="198766" y="218527"/>
                  <a:pt x="204869" y="212424"/>
                  <a:pt x="204869" y="204869"/>
                </a:cubicBezTo>
                <a:lnTo>
                  <a:pt x="204869" y="13658"/>
                </a:lnTo>
                <a:cubicBezTo>
                  <a:pt x="204869" y="6103"/>
                  <a:pt x="198766" y="0"/>
                  <a:pt x="191211" y="0"/>
                </a:cubicBezTo>
                <a:close/>
              </a:path>
            </a:pathLst>
          </a:custGeom>
          <a:solidFill>
            <a:srgbClr val="8B0000"/>
          </a:solidFill>
          <a:ln/>
        </p:spPr>
      </p:sp>
      <p:sp>
        <p:nvSpPr>
          <p:cNvPr id="10" name="Text 8"/>
          <p:cNvSpPr/>
          <p:nvPr/>
        </p:nvSpPr>
        <p:spPr>
          <a:xfrm>
            <a:off x="855898" y="1456848"/>
            <a:ext cx="10899047" cy="291370"/>
          </a:xfrm>
          <a:prstGeom prst="rect">
            <a:avLst/>
          </a:prstGeom>
          <a:noFill/>
          <a:ln/>
        </p:spPr>
        <p:txBody>
          <a:bodyPr wrap="square" lIns="0" tIns="0" rIns="0" bIns="0" rtlCol="0" anchor="ctr"/>
          <a:lstStyle/>
          <a:p>
            <a:pPr>
              <a:lnSpc>
                <a:spcPct val="110000"/>
              </a:lnSpc>
            </a:pPr>
            <a:r>
              <a:rPr lang="en-US" b="1" dirty="0">
                <a:solidFill>
                  <a:srgbClr val="1F2937"/>
                </a:solidFill>
                <a:latin typeface="Sorts Mill Goudy" pitchFamily="34" charset="0"/>
                <a:ea typeface="Sorts Mill Goudy" pitchFamily="34" charset="-122"/>
                <a:cs typeface="Sorts Mill Goudy" pitchFamily="34" charset="-120"/>
              </a:rPr>
              <a:t>Cuisine Performance Analysis</a:t>
            </a:r>
            <a:endParaRPr lang="en-US" dirty="0"/>
          </a:p>
        </p:txBody>
      </p:sp>
      <p:sp>
        <p:nvSpPr>
          <p:cNvPr id="11" name="Text 9"/>
          <p:cNvSpPr/>
          <p:nvPr/>
        </p:nvSpPr>
        <p:spPr>
          <a:xfrm>
            <a:off x="582739" y="1857375"/>
            <a:ext cx="11144890" cy="537213"/>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ea typeface="Sorts Mill Goudy" pitchFamily="34" charset="-122"/>
                <a:cs typeface="Sorts Mill Goudy" pitchFamily="34" charset="-120"/>
              </a:rPr>
              <a:t>Analysis of cuisine ratings and costs across target cities reveals optimal menu strategies for each market. Cuisine choice significantly affects customer ratings and profitability.</a:t>
            </a:r>
            <a:endParaRPr lang="en-US" sz="1300" dirty="0"/>
          </a:p>
        </p:txBody>
      </p:sp>
      <p:sp>
        <p:nvSpPr>
          <p:cNvPr id="12" name="Shape 10"/>
          <p:cNvSpPr/>
          <p:nvPr/>
        </p:nvSpPr>
        <p:spPr>
          <a:xfrm>
            <a:off x="364212" y="2717826"/>
            <a:ext cx="3724069" cy="2768012"/>
          </a:xfrm>
          <a:custGeom>
            <a:avLst/>
            <a:gdLst/>
            <a:ahLst/>
            <a:cxnLst/>
            <a:rect l="l" t="t" r="r" b="b"/>
            <a:pathLst>
              <a:path w="3724069" h="2768012">
                <a:moveTo>
                  <a:pt x="0" y="0"/>
                </a:moveTo>
                <a:lnTo>
                  <a:pt x="3724069" y="0"/>
                </a:lnTo>
                <a:lnTo>
                  <a:pt x="3724069" y="2768012"/>
                </a:lnTo>
                <a:lnTo>
                  <a:pt x="0" y="2768012"/>
                </a:lnTo>
                <a:lnTo>
                  <a:pt x="0" y="0"/>
                </a:lnTo>
                <a:close/>
              </a:path>
            </a:pathLst>
          </a:custGeom>
          <a:solidFill>
            <a:srgbClr val="8B0000"/>
          </a:solidFill>
          <a:ln/>
        </p:spPr>
      </p:sp>
      <p:sp>
        <p:nvSpPr>
          <p:cNvPr id="13" name="Shape 11"/>
          <p:cNvSpPr/>
          <p:nvPr/>
        </p:nvSpPr>
        <p:spPr>
          <a:xfrm>
            <a:off x="600950" y="2936238"/>
            <a:ext cx="163895" cy="218527"/>
          </a:xfrm>
          <a:custGeom>
            <a:avLst/>
            <a:gdLst/>
            <a:ahLst/>
            <a:cxnLst/>
            <a:rect l="l" t="t" r="r" b="b"/>
            <a:pathLst>
              <a:path w="163895" h="218527">
                <a:moveTo>
                  <a:pt x="0" y="80497"/>
                </a:moveTo>
                <a:cubicBezTo>
                  <a:pt x="0" y="36023"/>
                  <a:pt x="36706" y="0"/>
                  <a:pt x="81948" y="0"/>
                </a:cubicBezTo>
                <a:cubicBezTo>
                  <a:pt x="127190" y="0"/>
                  <a:pt x="163895" y="36023"/>
                  <a:pt x="163895" y="80497"/>
                </a:cubicBezTo>
                <a:cubicBezTo>
                  <a:pt x="163895" y="131415"/>
                  <a:pt x="112593" y="192449"/>
                  <a:pt x="91167" y="215710"/>
                </a:cubicBezTo>
                <a:cubicBezTo>
                  <a:pt x="86130" y="221173"/>
                  <a:pt x="77722" y="221173"/>
                  <a:pt x="72686" y="215710"/>
                </a:cubicBezTo>
                <a:cubicBezTo>
                  <a:pt x="51260" y="192449"/>
                  <a:pt x="-43" y="131415"/>
                  <a:pt x="-43" y="80497"/>
                </a:cubicBezTo>
                <a:close/>
                <a:moveTo>
                  <a:pt x="81948" y="109264"/>
                </a:moveTo>
                <a:cubicBezTo>
                  <a:pt x="97024" y="109264"/>
                  <a:pt x="109264" y="97024"/>
                  <a:pt x="109264" y="81948"/>
                </a:cubicBezTo>
                <a:cubicBezTo>
                  <a:pt x="109264" y="66872"/>
                  <a:pt x="97024" y="54632"/>
                  <a:pt x="81948" y="54632"/>
                </a:cubicBezTo>
                <a:cubicBezTo>
                  <a:pt x="66872" y="54632"/>
                  <a:pt x="54632" y="66872"/>
                  <a:pt x="54632" y="81948"/>
                </a:cubicBezTo>
                <a:cubicBezTo>
                  <a:pt x="54632" y="97024"/>
                  <a:pt x="66872" y="109264"/>
                  <a:pt x="81948" y="109264"/>
                </a:cubicBezTo>
                <a:close/>
              </a:path>
            </a:pathLst>
          </a:custGeom>
          <a:solidFill>
            <a:srgbClr val="F9FAFB"/>
          </a:solidFill>
          <a:ln/>
        </p:spPr>
      </p:sp>
      <p:sp>
        <p:nvSpPr>
          <p:cNvPr id="14" name="Text 12"/>
          <p:cNvSpPr/>
          <p:nvPr/>
        </p:nvSpPr>
        <p:spPr>
          <a:xfrm>
            <a:off x="819477" y="2899932"/>
            <a:ext cx="3195961" cy="291370"/>
          </a:xfrm>
          <a:prstGeom prst="rect">
            <a:avLst/>
          </a:prstGeom>
          <a:noFill/>
          <a:ln/>
        </p:spPr>
        <p:txBody>
          <a:bodyPr wrap="square" lIns="0" tIns="0" rIns="0" bIns="0" rtlCol="0" anchor="ctr"/>
          <a:lstStyle/>
          <a:p>
            <a:pPr>
              <a:lnSpc>
                <a:spcPct val="110000"/>
              </a:lnSpc>
            </a:pPr>
            <a:r>
              <a:rPr lang="en-US" b="1" dirty="0">
                <a:solidFill>
                  <a:srgbClr val="F9FAFB"/>
                </a:solidFill>
                <a:latin typeface="Sorts Mill Goudy" pitchFamily="34" charset="0"/>
                <a:ea typeface="Sorts Mill Goudy" pitchFamily="34" charset="-122"/>
                <a:cs typeface="Sorts Mill Goudy" pitchFamily="34" charset="-120"/>
              </a:rPr>
              <a:t>Australia</a:t>
            </a:r>
            <a:endParaRPr lang="en-US" dirty="0"/>
          </a:p>
        </p:txBody>
      </p:sp>
      <p:sp>
        <p:nvSpPr>
          <p:cNvPr id="15" name="Shape 13"/>
          <p:cNvSpPr/>
          <p:nvPr/>
        </p:nvSpPr>
        <p:spPr>
          <a:xfrm>
            <a:off x="546318" y="3336871"/>
            <a:ext cx="3359857" cy="1274742"/>
          </a:xfrm>
          <a:custGeom>
            <a:avLst/>
            <a:gdLst/>
            <a:ahLst/>
            <a:cxnLst/>
            <a:rect l="l" t="t" r="r" b="b"/>
            <a:pathLst>
              <a:path w="3359857" h="1274742">
                <a:moveTo>
                  <a:pt x="0" y="0"/>
                </a:moveTo>
                <a:lnTo>
                  <a:pt x="3359857" y="0"/>
                </a:lnTo>
                <a:lnTo>
                  <a:pt x="3359857" y="1274742"/>
                </a:lnTo>
                <a:lnTo>
                  <a:pt x="0" y="1274742"/>
                </a:lnTo>
                <a:lnTo>
                  <a:pt x="0" y="0"/>
                </a:lnTo>
                <a:close/>
              </a:path>
            </a:pathLst>
          </a:custGeom>
          <a:solidFill>
            <a:srgbClr val="F9FAFB">
              <a:alpha val="20000"/>
            </a:srgbClr>
          </a:solidFill>
          <a:ln/>
        </p:spPr>
      </p:sp>
      <p:sp>
        <p:nvSpPr>
          <p:cNvPr id="16" name="Text 14"/>
          <p:cNvSpPr/>
          <p:nvPr/>
        </p:nvSpPr>
        <p:spPr>
          <a:xfrm>
            <a:off x="692003" y="3482556"/>
            <a:ext cx="3159540" cy="254948"/>
          </a:xfrm>
          <a:prstGeom prst="rect">
            <a:avLst/>
          </a:prstGeom>
          <a:noFill/>
          <a:ln/>
        </p:spPr>
        <p:txBody>
          <a:bodyPr wrap="square" lIns="0" tIns="0" rIns="0" bIns="0" rtlCol="0" anchor="ctr"/>
          <a:lstStyle/>
          <a:p>
            <a:pP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Modern Australian</a:t>
            </a:r>
            <a:endParaRPr lang="en-US" sz="1500" dirty="0"/>
          </a:p>
        </p:txBody>
      </p:sp>
      <p:sp>
        <p:nvSpPr>
          <p:cNvPr id="17" name="Text 15"/>
          <p:cNvSpPr/>
          <p:nvPr/>
        </p:nvSpPr>
        <p:spPr>
          <a:xfrm>
            <a:off x="692003" y="3846652"/>
            <a:ext cx="528108" cy="218527"/>
          </a:xfrm>
          <a:prstGeom prst="rect">
            <a:avLst/>
          </a:prstGeom>
          <a:noFill/>
          <a:ln/>
        </p:spPr>
        <p:txBody>
          <a:bodyPr wrap="square" lIns="0" tIns="0" rIns="0" bIns="0" rtlCol="0" anchor="ctr"/>
          <a:lstStyle/>
          <a:p>
            <a:pPr>
              <a:lnSpc>
                <a:spcPct val="130000"/>
              </a:lnSpc>
            </a:pPr>
            <a:r>
              <a:rPr lang="en-US" sz="1300" dirty="0">
                <a:solidFill>
                  <a:srgbClr val="F9FAFB"/>
                </a:solidFill>
                <a:latin typeface="Sorts Mill Goudy" pitchFamily="34" charset="0"/>
                <a:ea typeface="Sorts Mill Goudy" pitchFamily="34" charset="-122"/>
                <a:cs typeface="Sorts Mill Goudy" pitchFamily="34" charset="-120"/>
              </a:rPr>
              <a:t>Rating:</a:t>
            </a:r>
            <a:endParaRPr lang="en-US" sz="1300" dirty="0"/>
          </a:p>
        </p:txBody>
      </p:sp>
      <p:sp>
        <p:nvSpPr>
          <p:cNvPr id="18" name="Text 16"/>
          <p:cNvSpPr/>
          <p:nvPr/>
        </p:nvSpPr>
        <p:spPr>
          <a:xfrm>
            <a:off x="3495867" y="3810347"/>
            <a:ext cx="373317" cy="291370"/>
          </a:xfrm>
          <a:prstGeom prst="rect">
            <a:avLst/>
          </a:prstGeom>
          <a:noFill/>
          <a:ln/>
        </p:spPr>
        <p:txBody>
          <a:bodyPr wrap="square" lIns="0" tIns="0" rIns="0" bIns="0" rtlCol="0" anchor="ctr"/>
          <a:lstStyle/>
          <a:p>
            <a:pPr>
              <a:lnSpc>
                <a:spcPct val="110000"/>
              </a:lnSpc>
            </a:pPr>
            <a:r>
              <a:rPr lang="en-US" sz="1721" b="1" dirty="0">
                <a:solidFill>
                  <a:srgbClr val="F9FAFB"/>
                </a:solidFill>
                <a:latin typeface="Sorts Mill Goudy" pitchFamily="34" charset="0"/>
                <a:ea typeface="Sorts Mill Goudy" pitchFamily="34" charset="-122"/>
                <a:cs typeface="Sorts Mill Goudy" pitchFamily="34" charset="-120"/>
              </a:rPr>
              <a:t>2.9</a:t>
            </a:r>
            <a:endParaRPr lang="en-US" sz="1600" dirty="0"/>
          </a:p>
        </p:txBody>
      </p:sp>
      <p:sp>
        <p:nvSpPr>
          <p:cNvPr id="19" name="Text 17"/>
          <p:cNvSpPr/>
          <p:nvPr/>
        </p:nvSpPr>
        <p:spPr>
          <a:xfrm>
            <a:off x="692003" y="4210749"/>
            <a:ext cx="810372" cy="218527"/>
          </a:xfrm>
          <a:prstGeom prst="rect">
            <a:avLst/>
          </a:prstGeom>
          <a:noFill/>
          <a:ln/>
        </p:spPr>
        <p:txBody>
          <a:bodyPr wrap="square" lIns="0" tIns="0" rIns="0" bIns="0" rtlCol="0" anchor="ctr"/>
          <a:lstStyle/>
          <a:p>
            <a:pPr>
              <a:lnSpc>
                <a:spcPct val="130000"/>
              </a:lnSpc>
            </a:pPr>
            <a:r>
              <a:rPr lang="en-US" sz="1300" dirty="0">
                <a:solidFill>
                  <a:srgbClr val="F9FAFB"/>
                </a:solidFill>
                <a:latin typeface="Sorts Mill Goudy" pitchFamily="34" charset="0"/>
              </a:rPr>
              <a:t>Cost (INR):</a:t>
            </a:r>
          </a:p>
        </p:txBody>
      </p:sp>
      <p:sp>
        <p:nvSpPr>
          <p:cNvPr id="20" name="Text 18"/>
          <p:cNvSpPr/>
          <p:nvPr/>
        </p:nvSpPr>
        <p:spPr>
          <a:xfrm>
            <a:off x="3171605" y="4174443"/>
            <a:ext cx="701108" cy="291370"/>
          </a:xfrm>
          <a:prstGeom prst="rect">
            <a:avLst/>
          </a:prstGeom>
          <a:noFill/>
          <a:ln/>
        </p:spPr>
        <p:txBody>
          <a:bodyPr wrap="square" lIns="0" tIns="0" rIns="0" bIns="0" rtlCol="0" anchor="ctr"/>
          <a:lstStyle/>
          <a:p>
            <a:pPr>
              <a:lnSpc>
                <a:spcPct val="110000"/>
              </a:lnSpc>
            </a:pPr>
            <a:r>
              <a:rPr lang="en-US" sz="1721" b="1" dirty="0">
                <a:solidFill>
                  <a:srgbClr val="F9FAFB"/>
                </a:solidFill>
                <a:latin typeface="Sorts Mill Goudy" pitchFamily="34" charset="0"/>
                <a:ea typeface="Sorts Mill Goudy" pitchFamily="34" charset="-122"/>
                <a:cs typeface="Sorts Mill Goudy" pitchFamily="34" charset="-120"/>
              </a:rPr>
              <a:t>₹4,228</a:t>
            </a:r>
            <a:endParaRPr lang="en-US" sz="1600" dirty="0"/>
          </a:p>
        </p:txBody>
      </p:sp>
      <p:sp>
        <p:nvSpPr>
          <p:cNvPr id="21" name="Text 19"/>
          <p:cNvSpPr/>
          <p:nvPr/>
        </p:nvSpPr>
        <p:spPr>
          <a:xfrm>
            <a:off x="546318" y="4757067"/>
            <a:ext cx="3432699" cy="473476"/>
          </a:xfrm>
          <a:prstGeom prst="rect">
            <a:avLst/>
          </a:prstGeom>
          <a:noFill/>
          <a:ln/>
        </p:spPr>
        <p:txBody>
          <a:bodyPr wrap="square" lIns="0" tIns="0" rIns="0" bIns="0" rtlCol="0" anchor="ctr"/>
          <a:lstStyle/>
          <a:p>
            <a:pPr>
              <a:lnSpc>
                <a:spcPct val="140000"/>
              </a:lnSpc>
            </a:pPr>
            <a:r>
              <a:rPr lang="en-US" sz="1300" dirty="0">
                <a:solidFill>
                  <a:srgbClr val="F9FAFB"/>
                </a:solidFill>
                <a:latin typeface="Sorts Mill Goudy" pitchFamily="34" charset="0"/>
              </a:rPr>
              <a:t>Aligns with local preferences and commands premium pricing in mid-range market</a:t>
            </a:r>
          </a:p>
        </p:txBody>
      </p:sp>
      <p:sp>
        <p:nvSpPr>
          <p:cNvPr id="22" name="Shape 20"/>
          <p:cNvSpPr/>
          <p:nvPr/>
        </p:nvSpPr>
        <p:spPr>
          <a:xfrm>
            <a:off x="4232941" y="2717826"/>
            <a:ext cx="3724069" cy="2768012"/>
          </a:xfrm>
          <a:custGeom>
            <a:avLst/>
            <a:gdLst/>
            <a:ahLst/>
            <a:cxnLst/>
            <a:rect l="l" t="t" r="r" b="b"/>
            <a:pathLst>
              <a:path w="3724069" h="2768012">
                <a:moveTo>
                  <a:pt x="0" y="0"/>
                </a:moveTo>
                <a:lnTo>
                  <a:pt x="3724069" y="0"/>
                </a:lnTo>
                <a:lnTo>
                  <a:pt x="3724069" y="2768012"/>
                </a:lnTo>
                <a:lnTo>
                  <a:pt x="0" y="2768012"/>
                </a:lnTo>
                <a:lnTo>
                  <a:pt x="0" y="0"/>
                </a:lnTo>
                <a:close/>
              </a:path>
            </a:pathLst>
          </a:custGeom>
          <a:solidFill>
            <a:srgbClr val="6B7280"/>
          </a:solidFill>
          <a:ln/>
        </p:spPr>
      </p:sp>
      <p:sp>
        <p:nvSpPr>
          <p:cNvPr id="23" name="Shape 21"/>
          <p:cNvSpPr/>
          <p:nvPr/>
        </p:nvSpPr>
        <p:spPr>
          <a:xfrm>
            <a:off x="4469679" y="2936238"/>
            <a:ext cx="163895" cy="218527"/>
          </a:xfrm>
          <a:custGeom>
            <a:avLst/>
            <a:gdLst/>
            <a:ahLst/>
            <a:cxnLst/>
            <a:rect l="l" t="t" r="r" b="b"/>
            <a:pathLst>
              <a:path w="163895" h="218527">
                <a:moveTo>
                  <a:pt x="0" y="80497"/>
                </a:moveTo>
                <a:cubicBezTo>
                  <a:pt x="0" y="36023"/>
                  <a:pt x="36706" y="0"/>
                  <a:pt x="81948" y="0"/>
                </a:cubicBezTo>
                <a:cubicBezTo>
                  <a:pt x="127190" y="0"/>
                  <a:pt x="163895" y="36023"/>
                  <a:pt x="163895" y="80497"/>
                </a:cubicBezTo>
                <a:cubicBezTo>
                  <a:pt x="163895" y="131415"/>
                  <a:pt x="112593" y="192449"/>
                  <a:pt x="91167" y="215710"/>
                </a:cubicBezTo>
                <a:cubicBezTo>
                  <a:pt x="86130" y="221173"/>
                  <a:pt x="77722" y="221173"/>
                  <a:pt x="72686" y="215710"/>
                </a:cubicBezTo>
                <a:cubicBezTo>
                  <a:pt x="51260" y="192449"/>
                  <a:pt x="-43" y="131415"/>
                  <a:pt x="-43" y="80497"/>
                </a:cubicBezTo>
                <a:close/>
                <a:moveTo>
                  <a:pt x="81948" y="109264"/>
                </a:moveTo>
                <a:cubicBezTo>
                  <a:pt x="97024" y="109264"/>
                  <a:pt x="109264" y="97024"/>
                  <a:pt x="109264" y="81948"/>
                </a:cubicBezTo>
                <a:cubicBezTo>
                  <a:pt x="109264" y="66872"/>
                  <a:pt x="97024" y="54632"/>
                  <a:pt x="81948" y="54632"/>
                </a:cubicBezTo>
                <a:cubicBezTo>
                  <a:pt x="66872" y="54632"/>
                  <a:pt x="54632" y="66872"/>
                  <a:pt x="54632" y="81948"/>
                </a:cubicBezTo>
                <a:cubicBezTo>
                  <a:pt x="54632" y="97024"/>
                  <a:pt x="66872" y="109264"/>
                  <a:pt x="81948" y="109264"/>
                </a:cubicBezTo>
                <a:close/>
              </a:path>
            </a:pathLst>
          </a:custGeom>
          <a:solidFill>
            <a:srgbClr val="F9FAFB"/>
          </a:solidFill>
          <a:ln/>
        </p:spPr>
      </p:sp>
      <p:sp>
        <p:nvSpPr>
          <p:cNvPr id="24" name="Text 22"/>
          <p:cNvSpPr/>
          <p:nvPr/>
        </p:nvSpPr>
        <p:spPr>
          <a:xfrm>
            <a:off x="4688207" y="2899932"/>
            <a:ext cx="3195961" cy="291370"/>
          </a:xfrm>
          <a:prstGeom prst="rect">
            <a:avLst/>
          </a:prstGeom>
          <a:noFill/>
          <a:ln/>
        </p:spPr>
        <p:txBody>
          <a:bodyPr wrap="square" lIns="0" tIns="0" rIns="0" bIns="0" rtlCol="0" anchor="ctr"/>
          <a:lstStyle/>
          <a:p>
            <a:pPr>
              <a:lnSpc>
                <a:spcPct val="110000"/>
              </a:lnSpc>
            </a:pPr>
            <a:r>
              <a:rPr lang="en-US" b="1" dirty="0">
                <a:solidFill>
                  <a:srgbClr val="F9FAFB"/>
                </a:solidFill>
                <a:latin typeface="Sorts Mill Goudy" pitchFamily="34" charset="0"/>
              </a:rPr>
              <a:t>Canada</a:t>
            </a:r>
          </a:p>
        </p:txBody>
      </p:sp>
      <p:sp>
        <p:nvSpPr>
          <p:cNvPr id="25" name="Shape 23"/>
          <p:cNvSpPr/>
          <p:nvPr/>
        </p:nvSpPr>
        <p:spPr>
          <a:xfrm>
            <a:off x="4415047" y="3336871"/>
            <a:ext cx="3359857" cy="1274742"/>
          </a:xfrm>
          <a:custGeom>
            <a:avLst/>
            <a:gdLst/>
            <a:ahLst/>
            <a:cxnLst/>
            <a:rect l="l" t="t" r="r" b="b"/>
            <a:pathLst>
              <a:path w="3359857" h="1274742">
                <a:moveTo>
                  <a:pt x="0" y="0"/>
                </a:moveTo>
                <a:lnTo>
                  <a:pt x="3359857" y="0"/>
                </a:lnTo>
                <a:lnTo>
                  <a:pt x="3359857" y="1274742"/>
                </a:lnTo>
                <a:lnTo>
                  <a:pt x="0" y="1274742"/>
                </a:lnTo>
                <a:lnTo>
                  <a:pt x="0" y="0"/>
                </a:lnTo>
                <a:close/>
              </a:path>
            </a:pathLst>
          </a:custGeom>
          <a:solidFill>
            <a:srgbClr val="F9FAFB">
              <a:alpha val="20000"/>
            </a:srgbClr>
          </a:solidFill>
          <a:ln/>
        </p:spPr>
      </p:sp>
      <p:sp>
        <p:nvSpPr>
          <p:cNvPr id="26" name="Text 24"/>
          <p:cNvSpPr/>
          <p:nvPr/>
        </p:nvSpPr>
        <p:spPr>
          <a:xfrm>
            <a:off x="4560732" y="3482556"/>
            <a:ext cx="3159540" cy="254948"/>
          </a:xfrm>
          <a:prstGeom prst="rect">
            <a:avLst/>
          </a:prstGeom>
          <a:noFill/>
          <a:ln/>
        </p:spPr>
        <p:txBody>
          <a:bodyPr wrap="square" lIns="0" tIns="0" rIns="0" bIns="0" rtlCol="0" anchor="ctr"/>
          <a:lstStyle/>
          <a:p>
            <a:pPr>
              <a:lnSpc>
                <a:spcPct val="120000"/>
              </a:lnSpc>
            </a:pPr>
            <a:r>
              <a:rPr lang="en-US" sz="1500" b="1" dirty="0">
                <a:solidFill>
                  <a:srgbClr val="F9FAFB"/>
                </a:solidFill>
                <a:latin typeface="Sorts Mill Goudy" pitchFamily="34" charset="0"/>
              </a:rPr>
              <a:t>Asian Cuisine</a:t>
            </a:r>
          </a:p>
        </p:txBody>
      </p:sp>
      <p:sp>
        <p:nvSpPr>
          <p:cNvPr id="27" name="Text 25"/>
          <p:cNvSpPr/>
          <p:nvPr/>
        </p:nvSpPr>
        <p:spPr>
          <a:xfrm>
            <a:off x="4560732" y="3846652"/>
            <a:ext cx="528108" cy="218527"/>
          </a:xfrm>
          <a:prstGeom prst="rect">
            <a:avLst/>
          </a:prstGeom>
          <a:noFill/>
          <a:ln/>
        </p:spPr>
        <p:txBody>
          <a:bodyPr wrap="square" lIns="0" tIns="0" rIns="0" bIns="0" rtlCol="0" anchor="ctr"/>
          <a:lstStyle/>
          <a:p>
            <a:pPr>
              <a:lnSpc>
                <a:spcPct val="130000"/>
              </a:lnSpc>
            </a:pPr>
            <a:r>
              <a:rPr lang="en-US" sz="1300" dirty="0">
                <a:solidFill>
                  <a:srgbClr val="F9FAFB"/>
                </a:solidFill>
                <a:latin typeface="Sorts Mill Goudy" pitchFamily="34" charset="0"/>
              </a:rPr>
              <a:t>Rating:</a:t>
            </a:r>
          </a:p>
        </p:txBody>
      </p:sp>
      <p:sp>
        <p:nvSpPr>
          <p:cNvPr id="28" name="Text 26"/>
          <p:cNvSpPr/>
          <p:nvPr/>
        </p:nvSpPr>
        <p:spPr>
          <a:xfrm>
            <a:off x="7396465" y="3810347"/>
            <a:ext cx="336896" cy="291370"/>
          </a:xfrm>
          <a:prstGeom prst="rect">
            <a:avLst/>
          </a:prstGeom>
          <a:noFill/>
          <a:ln/>
        </p:spPr>
        <p:txBody>
          <a:bodyPr wrap="square" lIns="0" tIns="0" rIns="0" bIns="0" rtlCol="0" anchor="ctr"/>
          <a:lstStyle/>
          <a:p>
            <a:pPr>
              <a:lnSpc>
                <a:spcPct val="110000"/>
              </a:lnSpc>
            </a:pPr>
            <a:r>
              <a:rPr lang="en-US" sz="1721" b="1" dirty="0">
                <a:solidFill>
                  <a:srgbClr val="F9FAFB"/>
                </a:solidFill>
                <a:latin typeface="Sorts Mill Goudy" pitchFamily="34" charset="0"/>
                <a:ea typeface="Sorts Mill Goudy" pitchFamily="34" charset="-122"/>
                <a:cs typeface="Sorts Mill Goudy" pitchFamily="34" charset="-120"/>
              </a:rPr>
              <a:t>3.3</a:t>
            </a:r>
            <a:endParaRPr lang="en-US" sz="1600" dirty="0"/>
          </a:p>
        </p:txBody>
      </p:sp>
      <p:sp>
        <p:nvSpPr>
          <p:cNvPr id="29" name="Text 27"/>
          <p:cNvSpPr/>
          <p:nvPr/>
        </p:nvSpPr>
        <p:spPr>
          <a:xfrm>
            <a:off x="4560732" y="4210749"/>
            <a:ext cx="810372" cy="218527"/>
          </a:xfrm>
          <a:prstGeom prst="rect">
            <a:avLst/>
          </a:prstGeom>
          <a:noFill/>
          <a:ln/>
        </p:spPr>
        <p:txBody>
          <a:bodyPr wrap="square" lIns="0" tIns="0" rIns="0" bIns="0" rtlCol="0" anchor="ctr"/>
          <a:lstStyle/>
          <a:p>
            <a:pPr>
              <a:lnSpc>
                <a:spcPct val="130000"/>
              </a:lnSpc>
            </a:pPr>
            <a:r>
              <a:rPr lang="en-US" sz="1300" dirty="0">
                <a:solidFill>
                  <a:srgbClr val="F9FAFB"/>
                </a:solidFill>
                <a:latin typeface="Sorts Mill Goudy" pitchFamily="34" charset="0"/>
              </a:rPr>
              <a:t>Cost (INR):</a:t>
            </a:r>
          </a:p>
        </p:txBody>
      </p:sp>
      <p:sp>
        <p:nvSpPr>
          <p:cNvPr id="30" name="Text 28"/>
          <p:cNvSpPr/>
          <p:nvPr/>
        </p:nvSpPr>
        <p:spPr>
          <a:xfrm>
            <a:off x="7082901" y="4174443"/>
            <a:ext cx="655582" cy="291370"/>
          </a:xfrm>
          <a:prstGeom prst="rect">
            <a:avLst/>
          </a:prstGeom>
          <a:noFill/>
          <a:ln/>
        </p:spPr>
        <p:txBody>
          <a:bodyPr wrap="square" lIns="0" tIns="0" rIns="0" bIns="0" rtlCol="0" anchor="ctr"/>
          <a:lstStyle/>
          <a:p>
            <a:pPr>
              <a:lnSpc>
                <a:spcPct val="110000"/>
              </a:lnSpc>
            </a:pPr>
            <a:r>
              <a:rPr lang="en-US" sz="1721" b="1" dirty="0">
                <a:solidFill>
                  <a:srgbClr val="F9FAFB"/>
                </a:solidFill>
                <a:latin typeface="Sorts Mill Goudy" pitchFamily="34" charset="0"/>
                <a:ea typeface="Sorts Mill Goudy" pitchFamily="34" charset="-122"/>
                <a:cs typeface="Sorts Mill Goudy" pitchFamily="34" charset="-120"/>
              </a:rPr>
              <a:t>₹1,643</a:t>
            </a:r>
            <a:endParaRPr lang="en-US" sz="1600" dirty="0"/>
          </a:p>
        </p:txBody>
      </p:sp>
      <p:sp>
        <p:nvSpPr>
          <p:cNvPr id="31" name="Text 29"/>
          <p:cNvSpPr/>
          <p:nvPr/>
        </p:nvSpPr>
        <p:spPr>
          <a:xfrm>
            <a:off x="4415047" y="4757067"/>
            <a:ext cx="3432699" cy="473476"/>
          </a:xfrm>
          <a:prstGeom prst="rect">
            <a:avLst/>
          </a:prstGeom>
          <a:noFill/>
          <a:ln/>
        </p:spPr>
        <p:txBody>
          <a:bodyPr wrap="square" lIns="0" tIns="0" rIns="0" bIns="0" rtlCol="0" anchor="ctr"/>
          <a:lstStyle/>
          <a:p>
            <a:pPr>
              <a:lnSpc>
                <a:spcPct val="140000"/>
              </a:lnSpc>
            </a:pPr>
            <a:r>
              <a:rPr lang="en-US" sz="1300" dirty="0">
                <a:solidFill>
                  <a:srgbClr val="F9FAFB"/>
                </a:solidFill>
                <a:latin typeface="Sorts Mill Goudy" pitchFamily="34" charset="0"/>
              </a:rPr>
              <a:t>High rating at affordable cost offers strong value proposition for market entry</a:t>
            </a:r>
          </a:p>
        </p:txBody>
      </p:sp>
      <p:sp>
        <p:nvSpPr>
          <p:cNvPr id="32" name="Shape 30"/>
          <p:cNvSpPr/>
          <p:nvPr/>
        </p:nvSpPr>
        <p:spPr>
          <a:xfrm>
            <a:off x="8101671" y="2717826"/>
            <a:ext cx="3724069" cy="2768012"/>
          </a:xfrm>
          <a:custGeom>
            <a:avLst/>
            <a:gdLst/>
            <a:ahLst/>
            <a:cxnLst/>
            <a:rect l="l" t="t" r="r" b="b"/>
            <a:pathLst>
              <a:path w="3724069" h="2768012">
                <a:moveTo>
                  <a:pt x="0" y="0"/>
                </a:moveTo>
                <a:lnTo>
                  <a:pt x="3724069" y="0"/>
                </a:lnTo>
                <a:lnTo>
                  <a:pt x="3724069" y="2768012"/>
                </a:lnTo>
                <a:lnTo>
                  <a:pt x="0" y="2768012"/>
                </a:lnTo>
                <a:lnTo>
                  <a:pt x="0" y="0"/>
                </a:lnTo>
                <a:close/>
              </a:path>
            </a:pathLst>
          </a:custGeom>
          <a:solidFill>
            <a:srgbClr val="1F2937"/>
          </a:solidFill>
          <a:ln/>
        </p:spPr>
      </p:sp>
      <p:sp>
        <p:nvSpPr>
          <p:cNvPr id="33" name="Shape 31"/>
          <p:cNvSpPr/>
          <p:nvPr/>
        </p:nvSpPr>
        <p:spPr>
          <a:xfrm>
            <a:off x="8338409" y="2936238"/>
            <a:ext cx="163895" cy="218527"/>
          </a:xfrm>
          <a:custGeom>
            <a:avLst/>
            <a:gdLst/>
            <a:ahLst/>
            <a:cxnLst/>
            <a:rect l="l" t="t" r="r" b="b"/>
            <a:pathLst>
              <a:path w="163895" h="218527">
                <a:moveTo>
                  <a:pt x="0" y="80497"/>
                </a:moveTo>
                <a:cubicBezTo>
                  <a:pt x="0" y="36023"/>
                  <a:pt x="36706" y="0"/>
                  <a:pt x="81948" y="0"/>
                </a:cubicBezTo>
                <a:cubicBezTo>
                  <a:pt x="127190" y="0"/>
                  <a:pt x="163895" y="36023"/>
                  <a:pt x="163895" y="80497"/>
                </a:cubicBezTo>
                <a:cubicBezTo>
                  <a:pt x="163895" y="131415"/>
                  <a:pt x="112593" y="192449"/>
                  <a:pt x="91167" y="215710"/>
                </a:cubicBezTo>
                <a:cubicBezTo>
                  <a:pt x="86130" y="221173"/>
                  <a:pt x="77722" y="221173"/>
                  <a:pt x="72686" y="215710"/>
                </a:cubicBezTo>
                <a:cubicBezTo>
                  <a:pt x="51260" y="192449"/>
                  <a:pt x="-43" y="131415"/>
                  <a:pt x="-43" y="80497"/>
                </a:cubicBezTo>
                <a:close/>
                <a:moveTo>
                  <a:pt x="81948" y="109264"/>
                </a:moveTo>
                <a:cubicBezTo>
                  <a:pt x="97024" y="109264"/>
                  <a:pt x="109264" y="97024"/>
                  <a:pt x="109264" y="81948"/>
                </a:cubicBezTo>
                <a:cubicBezTo>
                  <a:pt x="109264" y="66872"/>
                  <a:pt x="97024" y="54632"/>
                  <a:pt x="81948" y="54632"/>
                </a:cubicBezTo>
                <a:cubicBezTo>
                  <a:pt x="66872" y="54632"/>
                  <a:pt x="54632" y="66872"/>
                  <a:pt x="54632" y="81948"/>
                </a:cubicBezTo>
                <a:cubicBezTo>
                  <a:pt x="54632" y="97024"/>
                  <a:pt x="66872" y="109264"/>
                  <a:pt x="81948" y="109264"/>
                </a:cubicBezTo>
                <a:close/>
              </a:path>
            </a:pathLst>
          </a:custGeom>
          <a:solidFill>
            <a:srgbClr val="F9FAFB"/>
          </a:solidFill>
          <a:ln/>
        </p:spPr>
      </p:sp>
      <p:sp>
        <p:nvSpPr>
          <p:cNvPr id="34" name="Text 32"/>
          <p:cNvSpPr/>
          <p:nvPr/>
        </p:nvSpPr>
        <p:spPr>
          <a:xfrm>
            <a:off x="8556936" y="2899932"/>
            <a:ext cx="3195961" cy="291370"/>
          </a:xfrm>
          <a:prstGeom prst="rect">
            <a:avLst/>
          </a:prstGeom>
          <a:noFill/>
          <a:ln/>
        </p:spPr>
        <p:txBody>
          <a:bodyPr wrap="square" lIns="0" tIns="0" rIns="0" bIns="0" rtlCol="0" anchor="ctr"/>
          <a:lstStyle/>
          <a:p>
            <a:pPr>
              <a:lnSpc>
                <a:spcPct val="110000"/>
              </a:lnSpc>
            </a:pPr>
            <a:r>
              <a:rPr lang="en-US" b="1" dirty="0">
                <a:solidFill>
                  <a:srgbClr val="F9FAFB"/>
                </a:solidFill>
                <a:latin typeface="Sorts Mill Goudy" pitchFamily="34" charset="0"/>
                <a:ea typeface="Sorts Mill Goudy" pitchFamily="34" charset="-122"/>
                <a:cs typeface="Sorts Mill Goudy" pitchFamily="34" charset="-120"/>
              </a:rPr>
              <a:t>Qatar</a:t>
            </a:r>
            <a:endParaRPr lang="en-US" dirty="0"/>
          </a:p>
        </p:txBody>
      </p:sp>
      <p:sp>
        <p:nvSpPr>
          <p:cNvPr id="35" name="Shape 33"/>
          <p:cNvSpPr/>
          <p:nvPr/>
        </p:nvSpPr>
        <p:spPr>
          <a:xfrm>
            <a:off x="8283777" y="3336871"/>
            <a:ext cx="3359857" cy="437055"/>
          </a:xfrm>
          <a:custGeom>
            <a:avLst/>
            <a:gdLst/>
            <a:ahLst/>
            <a:cxnLst/>
            <a:rect l="l" t="t" r="r" b="b"/>
            <a:pathLst>
              <a:path w="3359857" h="437055">
                <a:moveTo>
                  <a:pt x="0" y="0"/>
                </a:moveTo>
                <a:lnTo>
                  <a:pt x="3359857" y="0"/>
                </a:lnTo>
                <a:lnTo>
                  <a:pt x="3359857" y="437055"/>
                </a:lnTo>
                <a:lnTo>
                  <a:pt x="0" y="437055"/>
                </a:lnTo>
                <a:lnTo>
                  <a:pt x="0" y="0"/>
                </a:lnTo>
                <a:close/>
              </a:path>
            </a:pathLst>
          </a:custGeom>
          <a:solidFill>
            <a:srgbClr val="F9FAFB">
              <a:alpha val="20000"/>
            </a:srgbClr>
          </a:solidFill>
          <a:ln/>
        </p:spPr>
      </p:sp>
      <p:sp>
        <p:nvSpPr>
          <p:cNvPr id="36" name="Text 34"/>
          <p:cNvSpPr/>
          <p:nvPr/>
        </p:nvSpPr>
        <p:spPr>
          <a:xfrm>
            <a:off x="8393040" y="3446135"/>
            <a:ext cx="3214172" cy="218527"/>
          </a:xfrm>
          <a:prstGeom prst="rect">
            <a:avLst/>
          </a:prstGeom>
          <a:noFill/>
          <a:ln/>
        </p:spPr>
        <p:txBody>
          <a:bodyPr wrap="square" lIns="0" tIns="0" rIns="0" bIns="0" rtlCol="0" anchor="ctr"/>
          <a:lstStyle/>
          <a:p>
            <a:pPr>
              <a:lnSpc>
                <a:spcPct val="130000"/>
              </a:lnSpc>
            </a:pPr>
            <a:r>
              <a:rPr lang="en-US" sz="1500" b="1" dirty="0">
                <a:solidFill>
                  <a:srgbClr val="F9FAFB"/>
                </a:solidFill>
                <a:latin typeface="Sorts Mill Goudy" pitchFamily="34" charset="0"/>
              </a:rPr>
              <a:t>Chinese</a:t>
            </a:r>
            <a:r>
              <a:rPr lang="en-US" sz="1147" b="1" dirty="0">
                <a:solidFill>
                  <a:srgbClr val="F9FAFB"/>
                </a:solidFill>
                <a:latin typeface="Sorts Mill Goudy" pitchFamily="34" charset="0"/>
                <a:ea typeface="Sorts Mill Goudy" pitchFamily="34" charset="-122"/>
                <a:cs typeface="Sorts Mill Goudy" pitchFamily="34" charset="-120"/>
              </a:rPr>
              <a:t> </a:t>
            </a:r>
            <a:r>
              <a:rPr lang="en-US" sz="1300" dirty="0">
                <a:solidFill>
                  <a:srgbClr val="F9FAFB"/>
                </a:solidFill>
                <a:latin typeface="Sorts Mill Goudy" pitchFamily="34" charset="0"/>
              </a:rPr>
              <a:t>(4.9★, ₹6,175)</a:t>
            </a:r>
          </a:p>
        </p:txBody>
      </p:sp>
      <p:sp>
        <p:nvSpPr>
          <p:cNvPr id="37" name="Shape 35"/>
          <p:cNvSpPr/>
          <p:nvPr/>
        </p:nvSpPr>
        <p:spPr>
          <a:xfrm>
            <a:off x="8283777" y="3846768"/>
            <a:ext cx="3359857" cy="437055"/>
          </a:xfrm>
          <a:custGeom>
            <a:avLst/>
            <a:gdLst/>
            <a:ahLst/>
            <a:cxnLst/>
            <a:rect l="l" t="t" r="r" b="b"/>
            <a:pathLst>
              <a:path w="3359857" h="437055">
                <a:moveTo>
                  <a:pt x="0" y="0"/>
                </a:moveTo>
                <a:lnTo>
                  <a:pt x="3359857" y="0"/>
                </a:lnTo>
                <a:lnTo>
                  <a:pt x="3359857" y="437055"/>
                </a:lnTo>
                <a:lnTo>
                  <a:pt x="0" y="437055"/>
                </a:lnTo>
                <a:lnTo>
                  <a:pt x="0" y="0"/>
                </a:lnTo>
                <a:close/>
              </a:path>
            </a:pathLst>
          </a:custGeom>
          <a:solidFill>
            <a:srgbClr val="F9FAFB">
              <a:alpha val="20000"/>
            </a:srgbClr>
          </a:solidFill>
          <a:ln/>
        </p:spPr>
      </p:sp>
      <p:sp>
        <p:nvSpPr>
          <p:cNvPr id="38" name="Text 36"/>
          <p:cNvSpPr/>
          <p:nvPr/>
        </p:nvSpPr>
        <p:spPr>
          <a:xfrm>
            <a:off x="8393040" y="3956032"/>
            <a:ext cx="3214172" cy="218527"/>
          </a:xfrm>
          <a:prstGeom prst="rect">
            <a:avLst/>
          </a:prstGeom>
          <a:noFill/>
          <a:ln/>
        </p:spPr>
        <p:txBody>
          <a:bodyPr wrap="square" lIns="0" tIns="0" rIns="0" bIns="0" rtlCol="0" anchor="ctr"/>
          <a:lstStyle/>
          <a:p>
            <a:pPr>
              <a:lnSpc>
                <a:spcPct val="130000"/>
              </a:lnSpc>
            </a:pPr>
            <a:r>
              <a:rPr lang="en-US" sz="1500" b="1" dirty="0">
                <a:solidFill>
                  <a:srgbClr val="F9FAFB"/>
                </a:solidFill>
                <a:latin typeface="Sorts Mill Goudy" pitchFamily="34" charset="0"/>
              </a:rPr>
              <a:t>Italian</a:t>
            </a:r>
            <a:r>
              <a:rPr lang="en-US" sz="1147" b="1" dirty="0">
                <a:solidFill>
                  <a:srgbClr val="F9FAFB"/>
                </a:solidFill>
                <a:latin typeface="Sorts Mill Goudy" pitchFamily="34" charset="0"/>
                <a:ea typeface="Sorts Mill Goudy" pitchFamily="34" charset="-122"/>
                <a:cs typeface="Sorts Mill Goudy" pitchFamily="34" charset="-120"/>
              </a:rPr>
              <a:t> </a:t>
            </a:r>
            <a:r>
              <a:rPr lang="en-US" sz="1300" dirty="0">
                <a:solidFill>
                  <a:srgbClr val="F9FAFB"/>
                </a:solidFill>
                <a:latin typeface="Sorts Mill Goudy" pitchFamily="34" charset="0"/>
              </a:rPr>
              <a:t>(4.5★, ₹9,880)</a:t>
            </a:r>
          </a:p>
        </p:txBody>
      </p:sp>
      <p:sp>
        <p:nvSpPr>
          <p:cNvPr id="39" name="Shape 37"/>
          <p:cNvSpPr/>
          <p:nvPr/>
        </p:nvSpPr>
        <p:spPr>
          <a:xfrm>
            <a:off x="8283777" y="4356665"/>
            <a:ext cx="3359857" cy="437055"/>
          </a:xfrm>
          <a:custGeom>
            <a:avLst/>
            <a:gdLst/>
            <a:ahLst/>
            <a:cxnLst/>
            <a:rect l="l" t="t" r="r" b="b"/>
            <a:pathLst>
              <a:path w="3359857" h="437055">
                <a:moveTo>
                  <a:pt x="0" y="0"/>
                </a:moveTo>
                <a:lnTo>
                  <a:pt x="3359857" y="0"/>
                </a:lnTo>
                <a:lnTo>
                  <a:pt x="3359857" y="437055"/>
                </a:lnTo>
                <a:lnTo>
                  <a:pt x="0" y="437055"/>
                </a:lnTo>
                <a:lnTo>
                  <a:pt x="0" y="0"/>
                </a:lnTo>
                <a:close/>
              </a:path>
            </a:pathLst>
          </a:custGeom>
          <a:solidFill>
            <a:srgbClr val="F9FAFB">
              <a:alpha val="20000"/>
            </a:srgbClr>
          </a:solidFill>
          <a:ln/>
        </p:spPr>
      </p:sp>
      <p:sp>
        <p:nvSpPr>
          <p:cNvPr id="40" name="Text 38"/>
          <p:cNvSpPr/>
          <p:nvPr/>
        </p:nvSpPr>
        <p:spPr>
          <a:xfrm>
            <a:off x="8393040" y="4465929"/>
            <a:ext cx="3214172" cy="218527"/>
          </a:xfrm>
          <a:prstGeom prst="rect">
            <a:avLst/>
          </a:prstGeom>
          <a:noFill/>
          <a:ln/>
        </p:spPr>
        <p:txBody>
          <a:bodyPr wrap="square" lIns="0" tIns="0" rIns="0" bIns="0" rtlCol="0" anchor="ctr"/>
          <a:lstStyle/>
          <a:p>
            <a:pPr>
              <a:lnSpc>
                <a:spcPct val="130000"/>
              </a:lnSpc>
            </a:pPr>
            <a:r>
              <a:rPr lang="en-US" sz="1500" b="1" dirty="0">
                <a:solidFill>
                  <a:srgbClr val="F9FAFB"/>
                </a:solidFill>
                <a:latin typeface="Sorts Mill Goudy" pitchFamily="34" charset="0"/>
              </a:rPr>
              <a:t>Indian</a:t>
            </a:r>
            <a:r>
              <a:rPr lang="en-US" sz="1147" b="1" dirty="0">
                <a:solidFill>
                  <a:srgbClr val="F9FAFB"/>
                </a:solidFill>
                <a:latin typeface="Sorts Mill Goudy" pitchFamily="34" charset="0"/>
                <a:ea typeface="Sorts Mill Goudy" pitchFamily="34" charset="-122"/>
                <a:cs typeface="Sorts Mill Goudy" pitchFamily="34" charset="-120"/>
              </a:rPr>
              <a:t> </a:t>
            </a:r>
            <a:r>
              <a:rPr lang="en-US" sz="1300" dirty="0">
                <a:solidFill>
                  <a:srgbClr val="F9FAFB"/>
                </a:solidFill>
                <a:latin typeface="Sorts Mill Goudy" pitchFamily="34" charset="0"/>
              </a:rPr>
              <a:t>(4.18★, ₹4,149)</a:t>
            </a:r>
          </a:p>
        </p:txBody>
      </p:sp>
      <p:sp>
        <p:nvSpPr>
          <p:cNvPr id="41" name="Shape 39"/>
          <p:cNvSpPr/>
          <p:nvPr/>
        </p:nvSpPr>
        <p:spPr>
          <a:xfrm>
            <a:off x="8283777" y="4866562"/>
            <a:ext cx="3359857" cy="437055"/>
          </a:xfrm>
          <a:custGeom>
            <a:avLst/>
            <a:gdLst/>
            <a:ahLst/>
            <a:cxnLst/>
            <a:rect l="l" t="t" r="r" b="b"/>
            <a:pathLst>
              <a:path w="3359857" h="437055">
                <a:moveTo>
                  <a:pt x="0" y="0"/>
                </a:moveTo>
                <a:lnTo>
                  <a:pt x="3359857" y="0"/>
                </a:lnTo>
                <a:lnTo>
                  <a:pt x="3359857" y="437055"/>
                </a:lnTo>
                <a:lnTo>
                  <a:pt x="0" y="437055"/>
                </a:lnTo>
                <a:lnTo>
                  <a:pt x="0" y="0"/>
                </a:lnTo>
                <a:close/>
              </a:path>
            </a:pathLst>
          </a:custGeom>
          <a:solidFill>
            <a:srgbClr val="F9FAFB">
              <a:alpha val="20000"/>
            </a:srgbClr>
          </a:solidFill>
          <a:ln/>
        </p:spPr>
      </p:sp>
      <p:sp>
        <p:nvSpPr>
          <p:cNvPr id="42" name="Text 40"/>
          <p:cNvSpPr/>
          <p:nvPr/>
        </p:nvSpPr>
        <p:spPr>
          <a:xfrm>
            <a:off x="8393040" y="4975825"/>
            <a:ext cx="3214172" cy="218527"/>
          </a:xfrm>
          <a:prstGeom prst="rect">
            <a:avLst/>
          </a:prstGeom>
          <a:noFill/>
          <a:ln/>
        </p:spPr>
        <p:txBody>
          <a:bodyPr wrap="square" lIns="0" tIns="0" rIns="0" bIns="0" rtlCol="0" anchor="ctr"/>
          <a:lstStyle/>
          <a:p>
            <a:pPr>
              <a:lnSpc>
                <a:spcPct val="130000"/>
              </a:lnSpc>
            </a:pPr>
            <a:r>
              <a:rPr lang="en-US" sz="1500" b="1" dirty="0">
                <a:solidFill>
                  <a:srgbClr val="F9FAFB"/>
                </a:solidFill>
                <a:latin typeface="Sorts Mill Goudy" pitchFamily="34" charset="0"/>
              </a:rPr>
              <a:t>Thai</a:t>
            </a:r>
            <a:r>
              <a:rPr lang="en-US" sz="1300" dirty="0">
                <a:solidFill>
                  <a:srgbClr val="F9FAFB"/>
                </a:solidFill>
                <a:latin typeface="Sorts Mill Goudy" pitchFamily="34" charset="0"/>
              </a:rPr>
              <a:t> </a:t>
            </a:r>
            <a:r>
              <a:rPr lang="en-US" sz="1147" b="1" dirty="0">
                <a:solidFill>
                  <a:srgbClr val="F9FAFB"/>
                </a:solidFill>
                <a:latin typeface="Sorts Mill Goudy" pitchFamily="34" charset="0"/>
                <a:ea typeface="Sorts Mill Goudy" pitchFamily="34" charset="-122"/>
                <a:cs typeface="Sorts Mill Goudy" pitchFamily="34" charset="-120"/>
              </a:rPr>
              <a:t>(4.3★, ₹10,992)</a:t>
            </a:r>
            <a:endParaRPr lang="en-US" sz="1600" dirty="0"/>
          </a:p>
        </p:txBody>
      </p:sp>
      <p:sp>
        <p:nvSpPr>
          <p:cNvPr id="43" name="Shape 41"/>
          <p:cNvSpPr/>
          <p:nvPr/>
        </p:nvSpPr>
        <p:spPr>
          <a:xfrm>
            <a:off x="382423" y="5631407"/>
            <a:ext cx="11445365" cy="1229216"/>
          </a:xfrm>
          <a:custGeom>
            <a:avLst/>
            <a:gdLst/>
            <a:ahLst/>
            <a:cxnLst/>
            <a:rect l="l" t="t" r="r" b="b"/>
            <a:pathLst>
              <a:path w="11445365" h="1229216">
                <a:moveTo>
                  <a:pt x="0" y="0"/>
                </a:moveTo>
                <a:lnTo>
                  <a:pt x="11445365" y="0"/>
                </a:lnTo>
                <a:lnTo>
                  <a:pt x="11445365" y="1229216"/>
                </a:lnTo>
                <a:lnTo>
                  <a:pt x="0" y="1229216"/>
                </a:lnTo>
                <a:lnTo>
                  <a:pt x="0" y="0"/>
                </a:lnTo>
                <a:close/>
              </a:path>
            </a:pathLst>
          </a:custGeom>
          <a:solidFill>
            <a:srgbClr val="8B0000">
              <a:alpha val="10196"/>
            </a:srgbClr>
          </a:solidFill>
          <a:ln/>
        </p:spPr>
      </p:sp>
      <p:sp>
        <p:nvSpPr>
          <p:cNvPr id="44" name="Shape 42"/>
          <p:cNvSpPr/>
          <p:nvPr/>
        </p:nvSpPr>
        <p:spPr>
          <a:xfrm>
            <a:off x="382423" y="5631407"/>
            <a:ext cx="36421" cy="1229216"/>
          </a:xfrm>
          <a:custGeom>
            <a:avLst/>
            <a:gdLst/>
            <a:ahLst/>
            <a:cxnLst/>
            <a:rect l="l" t="t" r="r" b="b"/>
            <a:pathLst>
              <a:path w="36421" h="1229216">
                <a:moveTo>
                  <a:pt x="0" y="0"/>
                </a:moveTo>
                <a:lnTo>
                  <a:pt x="36421" y="0"/>
                </a:lnTo>
                <a:lnTo>
                  <a:pt x="36421" y="1229216"/>
                </a:lnTo>
                <a:lnTo>
                  <a:pt x="0" y="1229216"/>
                </a:lnTo>
                <a:lnTo>
                  <a:pt x="0" y="0"/>
                </a:lnTo>
                <a:close/>
              </a:path>
            </a:pathLst>
          </a:custGeom>
          <a:solidFill>
            <a:srgbClr val="8B0000"/>
          </a:solidFill>
          <a:ln/>
        </p:spPr>
      </p:sp>
      <p:sp>
        <p:nvSpPr>
          <p:cNvPr id="45" name="Shape 43"/>
          <p:cNvSpPr/>
          <p:nvPr/>
        </p:nvSpPr>
        <p:spPr>
          <a:xfrm>
            <a:off x="585016" y="5813513"/>
            <a:ext cx="204869" cy="273159"/>
          </a:xfrm>
          <a:custGeom>
            <a:avLst/>
            <a:gdLst/>
            <a:ahLst/>
            <a:cxnLst/>
            <a:rect l="l" t="t" r="r" b="b"/>
            <a:pathLst>
              <a:path w="204869" h="273159">
                <a:moveTo>
                  <a:pt x="156266" y="204869"/>
                </a:moveTo>
                <a:cubicBezTo>
                  <a:pt x="160161" y="192972"/>
                  <a:pt x="167950" y="182195"/>
                  <a:pt x="176753" y="172912"/>
                </a:cubicBezTo>
                <a:cubicBezTo>
                  <a:pt x="194199" y="154559"/>
                  <a:pt x="204869" y="129751"/>
                  <a:pt x="204869" y="102435"/>
                </a:cubicBezTo>
                <a:cubicBezTo>
                  <a:pt x="204869" y="45882"/>
                  <a:pt x="158987" y="0"/>
                  <a:pt x="102435" y="0"/>
                </a:cubicBezTo>
                <a:cubicBezTo>
                  <a:pt x="45882" y="0"/>
                  <a:pt x="0" y="45882"/>
                  <a:pt x="0" y="102435"/>
                </a:cubicBezTo>
                <a:cubicBezTo>
                  <a:pt x="0" y="129751"/>
                  <a:pt x="10670" y="154559"/>
                  <a:pt x="28116" y="172912"/>
                </a:cubicBezTo>
                <a:cubicBezTo>
                  <a:pt x="36919" y="182195"/>
                  <a:pt x="44762" y="192972"/>
                  <a:pt x="48603" y="204869"/>
                </a:cubicBezTo>
                <a:lnTo>
                  <a:pt x="156213" y="204869"/>
                </a:lnTo>
                <a:close/>
                <a:moveTo>
                  <a:pt x="153652" y="230478"/>
                </a:moveTo>
                <a:lnTo>
                  <a:pt x="51217" y="230478"/>
                </a:lnTo>
                <a:lnTo>
                  <a:pt x="51217" y="239014"/>
                </a:lnTo>
                <a:cubicBezTo>
                  <a:pt x="51217" y="262596"/>
                  <a:pt x="70317" y="281695"/>
                  <a:pt x="93898" y="281695"/>
                </a:cubicBezTo>
                <a:lnTo>
                  <a:pt x="110971" y="281695"/>
                </a:lnTo>
                <a:cubicBezTo>
                  <a:pt x="134552" y="281695"/>
                  <a:pt x="153652" y="262596"/>
                  <a:pt x="153652" y="239014"/>
                </a:cubicBezTo>
                <a:lnTo>
                  <a:pt x="153652" y="230478"/>
                </a:lnTo>
                <a:close/>
                <a:moveTo>
                  <a:pt x="98167" y="59754"/>
                </a:moveTo>
                <a:cubicBezTo>
                  <a:pt x="76933" y="59754"/>
                  <a:pt x="59754" y="76933"/>
                  <a:pt x="59754" y="98167"/>
                </a:cubicBezTo>
                <a:cubicBezTo>
                  <a:pt x="59754" y="105262"/>
                  <a:pt x="54045" y="110971"/>
                  <a:pt x="46949" y="110971"/>
                </a:cubicBezTo>
                <a:cubicBezTo>
                  <a:pt x="39853" y="110971"/>
                  <a:pt x="34145" y="105262"/>
                  <a:pt x="34145" y="98167"/>
                </a:cubicBezTo>
                <a:cubicBezTo>
                  <a:pt x="34145" y="62795"/>
                  <a:pt x="62795" y="34145"/>
                  <a:pt x="98167" y="34145"/>
                </a:cubicBezTo>
                <a:cubicBezTo>
                  <a:pt x="105262" y="34145"/>
                  <a:pt x="110971" y="39853"/>
                  <a:pt x="110971" y="46949"/>
                </a:cubicBezTo>
                <a:cubicBezTo>
                  <a:pt x="110971" y="54045"/>
                  <a:pt x="105262" y="59754"/>
                  <a:pt x="98167" y="59754"/>
                </a:cubicBezTo>
                <a:close/>
              </a:path>
            </a:pathLst>
          </a:custGeom>
          <a:solidFill>
            <a:srgbClr val="8B0000"/>
          </a:solidFill>
          <a:ln/>
        </p:spPr>
      </p:sp>
      <p:sp>
        <p:nvSpPr>
          <p:cNvPr id="46" name="Text 44"/>
          <p:cNvSpPr/>
          <p:nvPr/>
        </p:nvSpPr>
        <p:spPr>
          <a:xfrm>
            <a:off x="940919" y="5813513"/>
            <a:ext cx="10789783" cy="254948"/>
          </a:xfrm>
          <a:prstGeom prst="rect">
            <a:avLst/>
          </a:prstGeom>
          <a:noFill/>
          <a:ln/>
        </p:spPr>
        <p:txBody>
          <a:bodyPr wrap="square" lIns="0" tIns="0" rIns="0" bIns="0" rtlCol="0" anchor="ctr"/>
          <a:lstStyle/>
          <a:p>
            <a:pPr>
              <a:lnSpc>
                <a:spcPct val="120000"/>
              </a:lnSpc>
            </a:pPr>
            <a:r>
              <a:rPr lang="en-US" sz="1434" b="1" dirty="0">
                <a:solidFill>
                  <a:srgbClr val="1F2937"/>
                </a:solidFill>
                <a:latin typeface="Sorts Mill Goudy" pitchFamily="34" charset="0"/>
                <a:ea typeface="Sorts Mill Goudy" pitchFamily="34" charset="-122"/>
                <a:cs typeface="Sorts Mill Goudy" pitchFamily="34" charset="-120"/>
              </a:rPr>
              <a:t>High-Performance Cuisine Categories</a:t>
            </a:r>
            <a:endParaRPr lang="en-US" sz="1600" dirty="0"/>
          </a:p>
        </p:txBody>
      </p:sp>
      <p:sp>
        <p:nvSpPr>
          <p:cNvPr id="47" name="Text 45"/>
          <p:cNvSpPr/>
          <p:nvPr/>
        </p:nvSpPr>
        <p:spPr>
          <a:xfrm>
            <a:off x="940919" y="6141304"/>
            <a:ext cx="10780678" cy="537213"/>
          </a:xfrm>
          <a:prstGeom prst="rect">
            <a:avLst/>
          </a:prstGeom>
          <a:noFill/>
          <a:ln/>
        </p:spPr>
        <p:txBody>
          <a:bodyPr wrap="square" lIns="0" tIns="0" rIns="0" bIns="0" rtlCol="0" anchor="ctr"/>
          <a:lstStyle/>
          <a:p>
            <a:pPr>
              <a:lnSpc>
                <a:spcPct val="140000"/>
              </a:lnSpc>
            </a:pPr>
            <a:r>
              <a:rPr lang="en-US" sz="1300" dirty="0">
                <a:solidFill>
                  <a:srgbClr val="1F2937"/>
                </a:solidFill>
                <a:latin typeface="Sorts Mill Goudy" pitchFamily="34" charset="0"/>
              </a:rPr>
              <a:t>Asian, Japanese, Seafood, and Fusion cuisines consistently achieve higher ratings across markets. High ratings are not always linked to higher costs, indicating opportunity for value positioning. Avoid overcrowded low-differentiation categories unless uniquely positioned.</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1000" y="4381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3" name="Text 1"/>
          <p:cNvSpPr/>
          <p:nvPr/>
        </p:nvSpPr>
        <p:spPr>
          <a:xfrm>
            <a:off x="551498" y="552450"/>
            <a:ext cx="304800"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17</a:t>
            </a:r>
            <a:endParaRPr lang="en-US" sz="1600" dirty="0"/>
          </a:p>
        </p:txBody>
      </p:sp>
      <p:sp>
        <p:nvSpPr>
          <p:cNvPr id="5" name="Text 3"/>
          <p:cNvSpPr/>
          <p:nvPr/>
        </p:nvSpPr>
        <p:spPr>
          <a:xfrm>
            <a:off x="1066800" y="571500"/>
            <a:ext cx="9020175"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Pricing Strategy &amp; Price-Quality Correlation</a:t>
            </a:r>
            <a:endParaRPr lang="en-US" sz="1600" dirty="0"/>
          </a:p>
        </p:txBody>
      </p:sp>
      <p:sp>
        <p:nvSpPr>
          <p:cNvPr id="6" name="Shape 4"/>
          <p:cNvSpPr/>
          <p:nvPr/>
        </p:nvSpPr>
        <p:spPr>
          <a:xfrm>
            <a:off x="381000" y="11430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7" name="Shape 5"/>
          <p:cNvSpPr/>
          <p:nvPr/>
        </p:nvSpPr>
        <p:spPr>
          <a:xfrm>
            <a:off x="400050" y="1333500"/>
            <a:ext cx="6753225" cy="5143500"/>
          </a:xfrm>
          <a:custGeom>
            <a:avLst/>
            <a:gdLst/>
            <a:ahLst/>
            <a:cxnLst/>
            <a:rect l="l" t="t" r="r" b="b"/>
            <a:pathLst>
              <a:path w="6753225" h="5143500">
                <a:moveTo>
                  <a:pt x="0" y="0"/>
                </a:moveTo>
                <a:lnTo>
                  <a:pt x="6753225" y="0"/>
                </a:lnTo>
                <a:lnTo>
                  <a:pt x="6753225" y="5143500"/>
                </a:lnTo>
                <a:lnTo>
                  <a:pt x="0" y="5143500"/>
                </a:lnTo>
                <a:lnTo>
                  <a:pt x="0" y="0"/>
                </a:lnTo>
                <a:close/>
              </a:path>
            </a:pathLst>
          </a:custGeom>
          <a:solidFill>
            <a:srgbClr val="F9FAFB"/>
          </a:solidFill>
          <a:ln/>
        </p:spPr>
      </p:sp>
      <p:sp>
        <p:nvSpPr>
          <p:cNvPr id="8" name="Shape 6"/>
          <p:cNvSpPr/>
          <p:nvPr/>
        </p:nvSpPr>
        <p:spPr>
          <a:xfrm>
            <a:off x="400050" y="1333500"/>
            <a:ext cx="38100" cy="5143500"/>
          </a:xfrm>
          <a:custGeom>
            <a:avLst/>
            <a:gdLst/>
            <a:ahLst/>
            <a:cxnLst/>
            <a:rect l="l" t="t" r="r" b="b"/>
            <a:pathLst>
              <a:path w="38100" h="5143500">
                <a:moveTo>
                  <a:pt x="0" y="0"/>
                </a:moveTo>
                <a:lnTo>
                  <a:pt x="38100" y="0"/>
                </a:lnTo>
                <a:lnTo>
                  <a:pt x="38100" y="5143500"/>
                </a:lnTo>
                <a:lnTo>
                  <a:pt x="0" y="5143500"/>
                </a:lnTo>
                <a:lnTo>
                  <a:pt x="0" y="0"/>
                </a:lnTo>
                <a:close/>
              </a:path>
            </a:pathLst>
          </a:custGeom>
          <a:solidFill>
            <a:srgbClr val="8B0000"/>
          </a:solidFill>
          <a:ln/>
        </p:spPr>
      </p:sp>
      <p:sp>
        <p:nvSpPr>
          <p:cNvPr id="9" name="Shape 7"/>
          <p:cNvSpPr/>
          <p:nvPr/>
        </p:nvSpPr>
        <p:spPr>
          <a:xfrm>
            <a:off x="609600" y="1561979"/>
            <a:ext cx="285750" cy="228600"/>
          </a:xfrm>
          <a:custGeom>
            <a:avLst/>
            <a:gdLst/>
            <a:ahLst/>
            <a:cxnLst/>
            <a:rect l="l" t="t" r="r" b="b"/>
            <a:pathLst>
              <a:path w="285750" h="228600">
                <a:moveTo>
                  <a:pt x="171450" y="14288"/>
                </a:moveTo>
                <a:lnTo>
                  <a:pt x="228600" y="14288"/>
                </a:lnTo>
                <a:cubicBezTo>
                  <a:pt x="236503" y="14288"/>
                  <a:pt x="242888" y="20672"/>
                  <a:pt x="242888" y="28575"/>
                </a:cubicBezTo>
                <a:cubicBezTo>
                  <a:pt x="242888" y="36478"/>
                  <a:pt x="236503" y="42863"/>
                  <a:pt x="228600" y="42863"/>
                </a:cubicBezTo>
                <a:lnTo>
                  <a:pt x="177879" y="42863"/>
                </a:lnTo>
                <a:cubicBezTo>
                  <a:pt x="175558" y="54382"/>
                  <a:pt x="167655" y="63892"/>
                  <a:pt x="157163" y="68446"/>
                </a:cubicBezTo>
                <a:lnTo>
                  <a:pt x="157163" y="200025"/>
                </a:lnTo>
                <a:lnTo>
                  <a:pt x="228600" y="200025"/>
                </a:lnTo>
                <a:cubicBezTo>
                  <a:pt x="236503" y="200025"/>
                  <a:pt x="242888" y="206410"/>
                  <a:pt x="242888" y="214313"/>
                </a:cubicBezTo>
                <a:cubicBezTo>
                  <a:pt x="242888" y="222215"/>
                  <a:pt x="236503" y="228600"/>
                  <a:pt x="228600" y="228600"/>
                </a:cubicBezTo>
                <a:lnTo>
                  <a:pt x="57150" y="228600"/>
                </a:lnTo>
                <a:cubicBezTo>
                  <a:pt x="49247" y="228600"/>
                  <a:pt x="42863" y="222215"/>
                  <a:pt x="42863" y="214313"/>
                </a:cubicBezTo>
                <a:cubicBezTo>
                  <a:pt x="42863" y="206410"/>
                  <a:pt x="49247" y="200025"/>
                  <a:pt x="57150" y="200025"/>
                </a:cubicBezTo>
                <a:lnTo>
                  <a:pt x="128588" y="200025"/>
                </a:lnTo>
                <a:lnTo>
                  <a:pt x="128588" y="68446"/>
                </a:lnTo>
                <a:cubicBezTo>
                  <a:pt x="118095" y="63847"/>
                  <a:pt x="110192" y="54337"/>
                  <a:pt x="107871" y="42863"/>
                </a:cubicBezTo>
                <a:lnTo>
                  <a:pt x="57150" y="42863"/>
                </a:lnTo>
                <a:cubicBezTo>
                  <a:pt x="49247" y="42863"/>
                  <a:pt x="42863" y="36478"/>
                  <a:pt x="42863" y="28575"/>
                </a:cubicBezTo>
                <a:cubicBezTo>
                  <a:pt x="42863" y="20672"/>
                  <a:pt x="49247" y="14288"/>
                  <a:pt x="57150" y="14288"/>
                </a:cubicBezTo>
                <a:lnTo>
                  <a:pt x="114300" y="14288"/>
                </a:lnTo>
                <a:cubicBezTo>
                  <a:pt x="120819" y="5626"/>
                  <a:pt x="131177" y="0"/>
                  <a:pt x="142875" y="0"/>
                </a:cubicBezTo>
                <a:cubicBezTo>
                  <a:pt x="154573" y="0"/>
                  <a:pt x="164931" y="5626"/>
                  <a:pt x="171450" y="14288"/>
                </a:cubicBezTo>
                <a:close/>
                <a:moveTo>
                  <a:pt x="196275" y="142875"/>
                </a:moveTo>
                <a:lnTo>
                  <a:pt x="260925" y="142875"/>
                </a:lnTo>
                <a:lnTo>
                  <a:pt x="228600" y="87422"/>
                </a:lnTo>
                <a:lnTo>
                  <a:pt x="196275" y="142875"/>
                </a:lnTo>
                <a:close/>
                <a:moveTo>
                  <a:pt x="228600" y="185738"/>
                </a:moveTo>
                <a:cubicBezTo>
                  <a:pt x="200516" y="185738"/>
                  <a:pt x="177165" y="170557"/>
                  <a:pt x="172343" y="150510"/>
                </a:cubicBezTo>
                <a:cubicBezTo>
                  <a:pt x="171182" y="145599"/>
                  <a:pt x="172789" y="140553"/>
                  <a:pt x="175334" y="136178"/>
                </a:cubicBezTo>
                <a:lnTo>
                  <a:pt x="217840" y="63311"/>
                </a:lnTo>
                <a:cubicBezTo>
                  <a:pt x="220072" y="59472"/>
                  <a:pt x="224180" y="57150"/>
                  <a:pt x="228600" y="57150"/>
                </a:cubicBezTo>
                <a:cubicBezTo>
                  <a:pt x="233020" y="57150"/>
                  <a:pt x="237128" y="59516"/>
                  <a:pt x="239360" y="63311"/>
                </a:cubicBezTo>
                <a:lnTo>
                  <a:pt x="281866" y="136178"/>
                </a:lnTo>
                <a:cubicBezTo>
                  <a:pt x="284411" y="140553"/>
                  <a:pt x="286018" y="145599"/>
                  <a:pt x="284857" y="150510"/>
                </a:cubicBezTo>
                <a:cubicBezTo>
                  <a:pt x="280035" y="170512"/>
                  <a:pt x="256684" y="185738"/>
                  <a:pt x="228600" y="185738"/>
                </a:cubicBezTo>
                <a:close/>
                <a:moveTo>
                  <a:pt x="56614" y="87422"/>
                </a:moveTo>
                <a:lnTo>
                  <a:pt x="24289" y="142875"/>
                </a:lnTo>
                <a:lnTo>
                  <a:pt x="88984" y="142875"/>
                </a:lnTo>
                <a:lnTo>
                  <a:pt x="56614" y="87422"/>
                </a:lnTo>
                <a:close/>
                <a:moveTo>
                  <a:pt x="402" y="150510"/>
                </a:moveTo>
                <a:cubicBezTo>
                  <a:pt x="-759" y="145599"/>
                  <a:pt x="848" y="140553"/>
                  <a:pt x="3393" y="136178"/>
                </a:cubicBezTo>
                <a:lnTo>
                  <a:pt x="45899" y="63311"/>
                </a:lnTo>
                <a:cubicBezTo>
                  <a:pt x="48131" y="59472"/>
                  <a:pt x="52239" y="57150"/>
                  <a:pt x="56659" y="57150"/>
                </a:cubicBezTo>
                <a:cubicBezTo>
                  <a:pt x="61079" y="57150"/>
                  <a:pt x="65187" y="59516"/>
                  <a:pt x="67419" y="63311"/>
                </a:cubicBezTo>
                <a:lnTo>
                  <a:pt x="109924" y="136178"/>
                </a:lnTo>
                <a:cubicBezTo>
                  <a:pt x="112469" y="140553"/>
                  <a:pt x="114077" y="145599"/>
                  <a:pt x="112916" y="150510"/>
                </a:cubicBezTo>
                <a:cubicBezTo>
                  <a:pt x="108094" y="170512"/>
                  <a:pt x="84743" y="185738"/>
                  <a:pt x="56659" y="185738"/>
                </a:cubicBezTo>
                <a:cubicBezTo>
                  <a:pt x="28575" y="185738"/>
                  <a:pt x="5224" y="170557"/>
                  <a:pt x="402" y="150510"/>
                </a:cubicBezTo>
                <a:close/>
              </a:path>
            </a:pathLst>
          </a:custGeom>
          <a:solidFill>
            <a:srgbClr val="8B0000"/>
          </a:solidFill>
          <a:ln/>
        </p:spPr>
      </p:sp>
      <p:sp>
        <p:nvSpPr>
          <p:cNvPr id="10" name="Text 8"/>
          <p:cNvSpPr/>
          <p:nvPr/>
        </p:nvSpPr>
        <p:spPr>
          <a:xfrm>
            <a:off x="895350" y="1524000"/>
            <a:ext cx="618172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Price Range vs. Rating Correlation</a:t>
            </a:r>
            <a:endParaRPr lang="en-US" sz="1600" dirty="0"/>
          </a:p>
        </p:txBody>
      </p:sp>
      <p:pic>
        <p:nvPicPr>
          <p:cNvPr id="11" name="Image 0" descr="https://kimi-img.moonshot.cn/pub/slides/26-02-05-03:27:28-d61pr81g4pnme8n95np0.png"/>
          <p:cNvPicPr>
            <a:picLocks noChangeAspect="1"/>
          </p:cNvPicPr>
          <p:nvPr/>
        </p:nvPicPr>
        <p:blipFill>
          <a:blip r:embed="rId3"/>
          <a:srcRect t="45" b="45"/>
          <a:stretch/>
        </p:blipFill>
        <p:spPr>
          <a:xfrm>
            <a:off x="609600" y="1942979"/>
            <a:ext cx="6353175" cy="4343400"/>
          </a:xfrm>
          <a:prstGeom prst="roundRect">
            <a:avLst>
              <a:gd name="adj" fmla="val 0"/>
            </a:avLst>
          </a:prstGeom>
        </p:spPr>
      </p:pic>
      <p:sp>
        <p:nvSpPr>
          <p:cNvPr id="13" name="Shape 10"/>
          <p:cNvSpPr/>
          <p:nvPr/>
        </p:nvSpPr>
        <p:spPr>
          <a:xfrm>
            <a:off x="7501890" y="1539125"/>
            <a:ext cx="228600" cy="228600"/>
          </a:xfrm>
          <a:custGeom>
            <a:avLst/>
            <a:gdLst/>
            <a:ahLst/>
            <a:cxnLst/>
            <a:rect l="l" t="t" r="r" b="b"/>
            <a:pathLst>
              <a:path w="228600" h="228600">
                <a:moveTo>
                  <a:pt x="185738" y="92869"/>
                </a:moveTo>
                <a:cubicBezTo>
                  <a:pt x="185738" y="113362"/>
                  <a:pt x="179085" y="132293"/>
                  <a:pt x="167878" y="147652"/>
                </a:cubicBezTo>
                <a:lnTo>
                  <a:pt x="224403" y="204222"/>
                </a:lnTo>
                <a:cubicBezTo>
                  <a:pt x="229984" y="209803"/>
                  <a:pt x="229984" y="218867"/>
                  <a:pt x="224403" y="224448"/>
                </a:cubicBezTo>
                <a:cubicBezTo>
                  <a:pt x="218822" y="230029"/>
                  <a:pt x="209758" y="230029"/>
                  <a:pt x="204177" y="224448"/>
                </a:cubicBezTo>
                <a:lnTo>
                  <a:pt x="147652" y="167878"/>
                </a:lnTo>
                <a:cubicBezTo>
                  <a:pt x="132293" y="179085"/>
                  <a:pt x="113362" y="185738"/>
                  <a:pt x="92869" y="185738"/>
                </a:cubicBezTo>
                <a:cubicBezTo>
                  <a:pt x="41568" y="185738"/>
                  <a:pt x="0" y="144170"/>
                  <a:pt x="0" y="92869"/>
                </a:cubicBezTo>
                <a:cubicBezTo>
                  <a:pt x="0" y="41568"/>
                  <a:pt x="41568" y="0"/>
                  <a:pt x="92869" y="0"/>
                </a:cubicBezTo>
                <a:cubicBezTo>
                  <a:pt x="144170" y="0"/>
                  <a:pt x="185738" y="41568"/>
                  <a:pt x="185738" y="92869"/>
                </a:cubicBezTo>
                <a:close/>
                <a:moveTo>
                  <a:pt x="94655" y="42863"/>
                </a:moveTo>
                <a:cubicBezTo>
                  <a:pt x="89743" y="42863"/>
                  <a:pt x="85725" y="46881"/>
                  <a:pt x="85725" y="51792"/>
                </a:cubicBezTo>
                <a:lnTo>
                  <a:pt x="85725" y="53578"/>
                </a:lnTo>
                <a:cubicBezTo>
                  <a:pt x="72866" y="53712"/>
                  <a:pt x="62508" y="64160"/>
                  <a:pt x="62508" y="77019"/>
                </a:cubicBezTo>
                <a:cubicBezTo>
                  <a:pt x="62508" y="88493"/>
                  <a:pt x="70768" y="98271"/>
                  <a:pt x="82108" y="100146"/>
                </a:cubicBezTo>
                <a:lnTo>
                  <a:pt x="100727" y="103272"/>
                </a:lnTo>
                <a:cubicBezTo>
                  <a:pt x="103406" y="103718"/>
                  <a:pt x="105370" y="106040"/>
                  <a:pt x="105370" y="108764"/>
                </a:cubicBezTo>
                <a:cubicBezTo>
                  <a:pt x="105370" y="111844"/>
                  <a:pt x="102870" y="114345"/>
                  <a:pt x="99789" y="114345"/>
                </a:cubicBezTo>
                <a:lnTo>
                  <a:pt x="75009" y="114300"/>
                </a:lnTo>
                <a:cubicBezTo>
                  <a:pt x="70098" y="114300"/>
                  <a:pt x="66080" y="118318"/>
                  <a:pt x="66080" y="123230"/>
                </a:cubicBezTo>
                <a:cubicBezTo>
                  <a:pt x="66080" y="128141"/>
                  <a:pt x="70098" y="132159"/>
                  <a:pt x="75009" y="132159"/>
                </a:cubicBezTo>
                <a:lnTo>
                  <a:pt x="85725" y="132159"/>
                </a:lnTo>
                <a:lnTo>
                  <a:pt x="85725" y="133945"/>
                </a:lnTo>
                <a:cubicBezTo>
                  <a:pt x="85725" y="138857"/>
                  <a:pt x="89743" y="142875"/>
                  <a:pt x="94655" y="142875"/>
                </a:cubicBezTo>
                <a:cubicBezTo>
                  <a:pt x="99566" y="142875"/>
                  <a:pt x="103584" y="138857"/>
                  <a:pt x="103584" y="133945"/>
                </a:cubicBezTo>
                <a:lnTo>
                  <a:pt x="103584" y="131847"/>
                </a:lnTo>
                <a:cubicBezTo>
                  <a:pt x="114746" y="130016"/>
                  <a:pt x="123230" y="120372"/>
                  <a:pt x="123230" y="108719"/>
                </a:cubicBezTo>
                <a:cubicBezTo>
                  <a:pt x="123230" y="97244"/>
                  <a:pt x="114970" y="87466"/>
                  <a:pt x="103629" y="85591"/>
                </a:cubicBezTo>
                <a:lnTo>
                  <a:pt x="85011" y="82466"/>
                </a:lnTo>
                <a:cubicBezTo>
                  <a:pt x="82332" y="82019"/>
                  <a:pt x="80367" y="79697"/>
                  <a:pt x="80367" y="76974"/>
                </a:cubicBezTo>
                <a:cubicBezTo>
                  <a:pt x="80367" y="73893"/>
                  <a:pt x="82867" y="71393"/>
                  <a:pt x="85948" y="71393"/>
                </a:cubicBezTo>
                <a:lnTo>
                  <a:pt x="107156" y="71393"/>
                </a:lnTo>
                <a:cubicBezTo>
                  <a:pt x="112068" y="71393"/>
                  <a:pt x="116086" y="67374"/>
                  <a:pt x="116086" y="62463"/>
                </a:cubicBezTo>
                <a:cubicBezTo>
                  <a:pt x="116086" y="57552"/>
                  <a:pt x="112068" y="53533"/>
                  <a:pt x="107156" y="53533"/>
                </a:cubicBezTo>
                <a:lnTo>
                  <a:pt x="103584" y="53533"/>
                </a:lnTo>
                <a:lnTo>
                  <a:pt x="103584" y="51748"/>
                </a:lnTo>
                <a:cubicBezTo>
                  <a:pt x="103584" y="46836"/>
                  <a:pt x="99566" y="42818"/>
                  <a:pt x="94655" y="42818"/>
                </a:cubicBezTo>
                <a:close/>
              </a:path>
            </a:pathLst>
          </a:custGeom>
          <a:solidFill>
            <a:srgbClr val="8B0000"/>
          </a:solidFill>
          <a:ln/>
        </p:spPr>
      </p:sp>
      <p:sp>
        <p:nvSpPr>
          <p:cNvPr id="14" name="Text 11"/>
          <p:cNvSpPr/>
          <p:nvPr/>
        </p:nvSpPr>
        <p:spPr>
          <a:xfrm>
            <a:off x="7759065" y="1501146"/>
            <a:ext cx="40005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Key Findings</a:t>
            </a:r>
            <a:endParaRPr lang="en-US" sz="1600" dirty="0"/>
          </a:p>
        </p:txBody>
      </p:sp>
      <p:sp>
        <p:nvSpPr>
          <p:cNvPr id="16" name="Shape 13"/>
          <p:cNvSpPr/>
          <p:nvPr/>
        </p:nvSpPr>
        <p:spPr>
          <a:xfrm>
            <a:off x="7492365" y="1920125"/>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17" name="Text 14"/>
          <p:cNvSpPr/>
          <p:nvPr/>
        </p:nvSpPr>
        <p:spPr>
          <a:xfrm>
            <a:off x="7625715" y="2034425"/>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ea typeface="Sorts Mill Goudy" pitchFamily="34" charset="-122"/>
                <a:cs typeface="Sorts Mill Goudy" pitchFamily="34" charset="-120"/>
              </a:rPr>
              <a:t>Weak Correlation</a:t>
            </a:r>
            <a:endParaRPr lang="en-US" sz="1500" dirty="0"/>
          </a:p>
        </p:txBody>
      </p:sp>
      <p:sp>
        <p:nvSpPr>
          <p:cNvPr id="18" name="Text 15"/>
          <p:cNvSpPr/>
          <p:nvPr/>
        </p:nvSpPr>
        <p:spPr>
          <a:xfrm>
            <a:off x="7625715" y="2339225"/>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Overall correlation between price and rating is weak—higher prices don't guarantee better feedback</a:t>
            </a:r>
          </a:p>
        </p:txBody>
      </p:sp>
      <p:sp>
        <p:nvSpPr>
          <p:cNvPr id="20" name="Shape 17"/>
          <p:cNvSpPr/>
          <p:nvPr/>
        </p:nvSpPr>
        <p:spPr>
          <a:xfrm>
            <a:off x="7492365" y="2986925"/>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21" name="Text 18"/>
          <p:cNvSpPr/>
          <p:nvPr/>
        </p:nvSpPr>
        <p:spPr>
          <a:xfrm>
            <a:off x="7625715" y="3101225"/>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Country Variations</a:t>
            </a:r>
          </a:p>
        </p:txBody>
      </p:sp>
      <p:sp>
        <p:nvSpPr>
          <p:cNvPr id="22" name="Text 19"/>
          <p:cNvSpPr/>
          <p:nvPr/>
        </p:nvSpPr>
        <p:spPr>
          <a:xfrm>
            <a:off x="7625715" y="3406025"/>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Australia shows price sensitivity; Canada shows willingness to pay for quality; Qatar maintains stability</a:t>
            </a:r>
          </a:p>
        </p:txBody>
      </p:sp>
      <p:sp>
        <p:nvSpPr>
          <p:cNvPr id="24" name="Shape 21"/>
          <p:cNvSpPr/>
          <p:nvPr/>
        </p:nvSpPr>
        <p:spPr>
          <a:xfrm>
            <a:off x="7492365" y="4053725"/>
            <a:ext cx="38100" cy="990600"/>
          </a:xfrm>
          <a:custGeom>
            <a:avLst/>
            <a:gdLst/>
            <a:ahLst/>
            <a:cxnLst/>
            <a:rect l="l" t="t" r="r" b="b"/>
            <a:pathLst>
              <a:path w="38100" h="990600">
                <a:moveTo>
                  <a:pt x="0" y="0"/>
                </a:moveTo>
                <a:lnTo>
                  <a:pt x="38100" y="0"/>
                </a:lnTo>
                <a:lnTo>
                  <a:pt x="38100" y="990600"/>
                </a:lnTo>
                <a:lnTo>
                  <a:pt x="0" y="990600"/>
                </a:lnTo>
                <a:lnTo>
                  <a:pt x="0" y="0"/>
                </a:lnTo>
                <a:close/>
              </a:path>
            </a:pathLst>
          </a:custGeom>
          <a:solidFill>
            <a:srgbClr val="8B0000"/>
          </a:solidFill>
          <a:ln/>
        </p:spPr>
      </p:sp>
      <p:sp>
        <p:nvSpPr>
          <p:cNvPr id="25" name="Text 22"/>
          <p:cNvSpPr/>
          <p:nvPr/>
        </p:nvSpPr>
        <p:spPr>
          <a:xfrm>
            <a:off x="7625715" y="4168025"/>
            <a:ext cx="3990975" cy="266700"/>
          </a:xfrm>
          <a:prstGeom prst="rect">
            <a:avLst/>
          </a:prstGeom>
          <a:noFill/>
          <a:ln/>
        </p:spPr>
        <p:txBody>
          <a:bodyPr wrap="square" lIns="0" tIns="0" rIns="0" bIns="0" rtlCol="0" anchor="ctr"/>
          <a:lstStyle/>
          <a:p>
            <a:pPr>
              <a:lnSpc>
                <a:spcPct val="130000"/>
              </a:lnSpc>
            </a:pPr>
            <a:r>
              <a:rPr lang="en-US" sz="1500" b="1" dirty="0">
                <a:solidFill>
                  <a:srgbClr val="1F2937"/>
                </a:solidFill>
                <a:latin typeface="Sorts Mill Goudy" pitchFamily="34" charset="0"/>
              </a:rPr>
              <a:t>Value Perception</a:t>
            </a:r>
          </a:p>
        </p:txBody>
      </p:sp>
      <p:sp>
        <p:nvSpPr>
          <p:cNvPr id="26" name="Text 23"/>
          <p:cNvSpPr/>
          <p:nvPr/>
        </p:nvSpPr>
        <p:spPr>
          <a:xfrm>
            <a:off x="7625715" y="4472825"/>
            <a:ext cx="3981450" cy="457200"/>
          </a:xfrm>
          <a:prstGeom prst="rect">
            <a:avLst/>
          </a:prstGeom>
          <a:noFill/>
          <a:ln/>
        </p:spPr>
        <p:txBody>
          <a:bodyPr wrap="square" lIns="0" tIns="0" rIns="0" bIns="0" rtlCol="0" anchor="ctr"/>
          <a:lstStyle/>
          <a:p>
            <a:pPr>
              <a:lnSpc>
                <a:spcPct val="130000"/>
              </a:lnSpc>
            </a:pPr>
            <a:r>
              <a:rPr lang="en-US" sz="1300" dirty="0">
                <a:solidFill>
                  <a:srgbClr val="1F2937"/>
                </a:solidFill>
                <a:latin typeface="Sorts Mill Goudy" pitchFamily="34" charset="0"/>
              </a:rPr>
              <a:t>Customers value experience, consistency, and service more than pricing alone</a:t>
            </a:r>
          </a:p>
        </p:txBody>
      </p:sp>
      <p:sp>
        <p:nvSpPr>
          <p:cNvPr id="27" name="Shape 24"/>
          <p:cNvSpPr/>
          <p:nvPr/>
        </p:nvSpPr>
        <p:spPr>
          <a:xfrm>
            <a:off x="7305675" y="5334000"/>
            <a:ext cx="4505325" cy="1143000"/>
          </a:xfrm>
          <a:custGeom>
            <a:avLst/>
            <a:gdLst/>
            <a:ahLst/>
            <a:cxnLst/>
            <a:rect l="l" t="t" r="r" b="b"/>
            <a:pathLst>
              <a:path w="4505325" h="1143000">
                <a:moveTo>
                  <a:pt x="0" y="0"/>
                </a:moveTo>
                <a:lnTo>
                  <a:pt x="4505325" y="0"/>
                </a:lnTo>
                <a:lnTo>
                  <a:pt x="4505325" y="1143000"/>
                </a:lnTo>
                <a:lnTo>
                  <a:pt x="0" y="1143000"/>
                </a:lnTo>
                <a:lnTo>
                  <a:pt x="0" y="0"/>
                </a:lnTo>
                <a:close/>
              </a:path>
            </a:pathLst>
          </a:custGeom>
          <a:solidFill>
            <a:srgbClr val="8B0000"/>
          </a:solidFill>
          <a:ln/>
        </p:spPr>
      </p:sp>
      <p:sp>
        <p:nvSpPr>
          <p:cNvPr id="28" name="Shape 25"/>
          <p:cNvSpPr/>
          <p:nvPr/>
        </p:nvSpPr>
        <p:spPr>
          <a:xfrm>
            <a:off x="7505700" y="552450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9FAFB"/>
          </a:solidFill>
          <a:ln/>
        </p:spPr>
      </p:sp>
      <p:sp>
        <p:nvSpPr>
          <p:cNvPr id="29" name="Text 26"/>
          <p:cNvSpPr/>
          <p:nvPr/>
        </p:nvSpPr>
        <p:spPr>
          <a:xfrm>
            <a:off x="7696200" y="5486400"/>
            <a:ext cx="4057650" cy="266700"/>
          </a:xfrm>
          <a:prstGeom prst="rect">
            <a:avLst/>
          </a:prstGeom>
          <a:noFill/>
          <a:ln/>
        </p:spPr>
        <p:txBody>
          <a:bodyPr wrap="square" lIns="0" tIns="0" rIns="0" bIns="0" rtlCol="0" anchor="ctr"/>
          <a:lstStyle/>
          <a:p>
            <a:pP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Strategic Insight</a:t>
            </a:r>
            <a:endParaRPr lang="en-US" sz="1600" dirty="0"/>
          </a:p>
        </p:txBody>
      </p:sp>
      <p:sp>
        <p:nvSpPr>
          <p:cNvPr id="30" name="Text 27"/>
          <p:cNvSpPr/>
          <p:nvPr/>
        </p:nvSpPr>
        <p:spPr>
          <a:xfrm>
            <a:off x="7458075" y="5829300"/>
            <a:ext cx="4276725" cy="495300"/>
          </a:xfrm>
          <a:prstGeom prst="rect">
            <a:avLst/>
          </a:prstGeom>
          <a:noFill/>
          <a:ln/>
        </p:spPr>
        <p:txBody>
          <a:bodyPr wrap="square" lIns="0" tIns="0" rIns="0" bIns="0" rtlCol="0" anchor="ctr"/>
          <a:lstStyle/>
          <a:p>
            <a:pPr>
              <a:lnSpc>
                <a:spcPct val="140000"/>
              </a:lnSpc>
            </a:pPr>
            <a:r>
              <a:rPr lang="en-US" sz="1300" dirty="0">
                <a:solidFill>
                  <a:srgbClr val="F9FAFB"/>
                </a:solidFill>
                <a:latin typeface="Sorts Mill Goudy" pitchFamily="34" charset="0"/>
                <a:ea typeface="Sorts Mill Goudy" pitchFamily="34" charset="-122"/>
                <a:cs typeface="Sorts Mill Goudy" pitchFamily="34" charset="-120"/>
              </a:rPr>
              <a:t>Focus on delivering strong value at mid-price points rather than pushing premium pricing for higher ratings.</a:t>
            </a:r>
            <a:endParaRPr lang="en-US" sz="13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C945E4-55D9-F45D-04C3-9602803D299C}"/>
              </a:ext>
            </a:extLst>
          </p:cNvPr>
          <p:cNvSpPr txBox="1"/>
          <p:nvPr/>
        </p:nvSpPr>
        <p:spPr>
          <a:xfrm>
            <a:off x="800020" y="63306"/>
            <a:ext cx="2484355" cy="563231"/>
          </a:xfrm>
          <a:prstGeom prst="rect">
            <a:avLst/>
          </a:prstGeom>
          <a:noFill/>
        </p:spPr>
        <p:txBody>
          <a:bodyPr wrap="square">
            <a:spAutoFit/>
          </a:bodyP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Dashboard</a:t>
            </a:r>
            <a:endParaRPr lang="en-US" sz="3600" dirty="0"/>
          </a:p>
        </p:txBody>
      </p:sp>
      <p:sp>
        <p:nvSpPr>
          <p:cNvPr id="4" name="Shape 4">
            <a:extLst>
              <a:ext uri="{FF2B5EF4-FFF2-40B4-BE49-F238E27FC236}">
                <a16:creationId xmlns:a16="http://schemas.microsoft.com/office/drawing/2014/main" id="{8D824FBB-6AD0-2130-E0E8-F7610556A5F4}"/>
              </a:ext>
            </a:extLst>
          </p:cNvPr>
          <p:cNvSpPr/>
          <p:nvPr/>
        </p:nvSpPr>
        <p:spPr>
          <a:xfrm>
            <a:off x="333342" y="602615"/>
            <a:ext cx="1066696" cy="33334"/>
          </a:xfrm>
          <a:custGeom>
            <a:avLst/>
            <a:gdLst/>
            <a:ahLst/>
            <a:cxnLst/>
            <a:rect l="l" t="t" r="r" b="b"/>
            <a:pathLst>
              <a:path w="1066696" h="33334">
                <a:moveTo>
                  <a:pt x="0" y="0"/>
                </a:moveTo>
                <a:lnTo>
                  <a:pt x="1066696" y="0"/>
                </a:lnTo>
                <a:lnTo>
                  <a:pt x="1066696" y="33334"/>
                </a:lnTo>
                <a:lnTo>
                  <a:pt x="0" y="33334"/>
                </a:lnTo>
                <a:lnTo>
                  <a:pt x="0" y="0"/>
                </a:lnTo>
                <a:close/>
              </a:path>
            </a:pathLst>
          </a:custGeom>
          <a:solidFill>
            <a:srgbClr val="8B0000"/>
          </a:solidFill>
          <a:ln/>
        </p:spPr>
      </p:sp>
      <p:sp>
        <p:nvSpPr>
          <p:cNvPr id="5" name="Shape 0">
            <a:extLst>
              <a:ext uri="{FF2B5EF4-FFF2-40B4-BE49-F238E27FC236}">
                <a16:creationId xmlns:a16="http://schemas.microsoft.com/office/drawing/2014/main" id="{B2AF90FC-20BA-0414-BE89-4A674E04CA4F}"/>
              </a:ext>
            </a:extLst>
          </p:cNvPr>
          <p:cNvSpPr/>
          <p:nvPr/>
        </p:nvSpPr>
        <p:spPr>
          <a:xfrm>
            <a:off x="333342" y="26564"/>
            <a:ext cx="466679" cy="466679"/>
          </a:xfrm>
          <a:custGeom>
            <a:avLst/>
            <a:gdLst/>
            <a:ahLst/>
            <a:cxnLst/>
            <a:rect l="l" t="t" r="r" b="b"/>
            <a:pathLst>
              <a:path w="466679" h="466679">
                <a:moveTo>
                  <a:pt x="233340" y="0"/>
                </a:moveTo>
                <a:lnTo>
                  <a:pt x="233340" y="0"/>
                </a:lnTo>
                <a:cubicBezTo>
                  <a:pt x="362210" y="0"/>
                  <a:pt x="466679" y="104470"/>
                  <a:pt x="466679" y="233340"/>
                </a:cubicBezTo>
                <a:lnTo>
                  <a:pt x="466679" y="233340"/>
                </a:lnTo>
                <a:cubicBezTo>
                  <a:pt x="466679" y="362210"/>
                  <a:pt x="362210" y="466679"/>
                  <a:pt x="233340" y="466679"/>
                </a:cubicBezTo>
                <a:lnTo>
                  <a:pt x="233340" y="466679"/>
                </a:lnTo>
                <a:cubicBezTo>
                  <a:pt x="104470" y="466679"/>
                  <a:pt x="0" y="362210"/>
                  <a:pt x="0" y="233340"/>
                </a:cubicBezTo>
                <a:lnTo>
                  <a:pt x="0" y="233340"/>
                </a:lnTo>
                <a:cubicBezTo>
                  <a:pt x="0" y="104470"/>
                  <a:pt x="104470" y="0"/>
                  <a:pt x="233340" y="0"/>
                </a:cubicBezTo>
                <a:close/>
              </a:path>
            </a:pathLst>
          </a:custGeom>
          <a:solidFill>
            <a:srgbClr val="8B0000"/>
          </a:solidFill>
          <a:ln/>
        </p:spPr>
      </p:sp>
      <p:sp>
        <p:nvSpPr>
          <p:cNvPr id="7" name="TextBox 6">
            <a:extLst>
              <a:ext uri="{FF2B5EF4-FFF2-40B4-BE49-F238E27FC236}">
                <a16:creationId xmlns:a16="http://schemas.microsoft.com/office/drawing/2014/main" id="{9D67F042-C69C-6CE3-75AF-06E73C2348A4}"/>
              </a:ext>
            </a:extLst>
          </p:cNvPr>
          <p:cNvSpPr txBox="1"/>
          <p:nvPr/>
        </p:nvSpPr>
        <p:spPr>
          <a:xfrm>
            <a:off x="366676" y="26564"/>
            <a:ext cx="466679" cy="397032"/>
          </a:xfrm>
          <a:prstGeom prst="rect">
            <a:avLst/>
          </a:prstGeom>
          <a:noFill/>
        </p:spPr>
        <p:txBody>
          <a:bodyPr wrap="square">
            <a:spAutoFit/>
          </a:bodyP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18</a:t>
            </a:r>
            <a:endParaRPr lang="en-US" sz="1800" dirty="0"/>
          </a:p>
        </p:txBody>
      </p:sp>
      <p:pic>
        <p:nvPicPr>
          <p:cNvPr id="9" name="Picture 8">
            <a:extLst>
              <a:ext uri="{FF2B5EF4-FFF2-40B4-BE49-F238E27FC236}">
                <a16:creationId xmlns:a16="http://schemas.microsoft.com/office/drawing/2014/main" id="{9646B9BA-9888-7F86-372E-4C3BDCC1866E}"/>
              </a:ext>
            </a:extLst>
          </p:cNvPr>
          <p:cNvPicPr>
            <a:picLocks noChangeAspect="1"/>
          </p:cNvPicPr>
          <p:nvPr/>
        </p:nvPicPr>
        <p:blipFill>
          <a:blip r:embed="rId2"/>
          <a:srcRect/>
          <a:stretch/>
        </p:blipFill>
        <p:spPr>
          <a:xfrm>
            <a:off x="293402" y="1032552"/>
            <a:ext cx="11605195" cy="5390785"/>
          </a:xfrm>
          <a:prstGeom prst="rect">
            <a:avLst/>
          </a:prstGeom>
        </p:spPr>
      </p:pic>
    </p:spTree>
    <p:extLst>
      <p:ext uri="{BB962C8B-B14F-4D97-AF65-F5344CB8AC3E}">
        <p14:creationId xmlns:p14="http://schemas.microsoft.com/office/powerpoint/2010/main" val="3841619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94976-1377-62A8-EC98-88D06AC2B753}"/>
              </a:ext>
            </a:extLst>
          </p:cNvPr>
          <p:cNvSpPr>
            <a:spLocks noGrp="1"/>
          </p:cNvSpPr>
          <p:nvPr>
            <p:ph type="title"/>
          </p:nvPr>
        </p:nvSpPr>
        <p:spPr>
          <a:xfrm>
            <a:off x="834342" y="569730"/>
            <a:ext cx="2849301" cy="275221"/>
          </a:xfrm>
        </p:spPr>
        <p:txBody>
          <a:bodyPr>
            <a:normAutofit fontScale="90000"/>
          </a:bodyPr>
          <a:lstStyle/>
          <a:p>
            <a:r>
              <a:rPr lang="en-US" sz="4000" b="1" dirty="0">
                <a:solidFill>
                  <a:srgbClr val="1F2937"/>
                </a:solidFill>
                <a:latin typeface="Sorts Mill Goudy" pitchFamily="34" charset="0"/>
                <a:ea typeface="Sorts Mill Goudy" pitchFamily="34" charset="-122"/>
                <a:cs typeface="Sorts Mill Goudy" pitchFamily="34" charset="-120"/>
              </a:rPr>
              <a:t>Conclusion</a:t>
            </a:r>
            <a:br>
              <a:rPr lang="en-US" dirty="0"/>
            </a:br>
            <a:endParaRPr lang="en-US" dirty="0"/>
          </a:p>
        </p:txBody>
      </p:sp>
      <p:sp>
        <p:nvSpPr>
          <p:cNvPr id="3" name="Content Placeholder 2">
            <a:extLst>
              <a:ext uri="{FF2B5EF4-FFF2-40B4-BE49-F238E27FC236}">
                <a16:creationId xmlns:a16="http://schemas.microsoft.com/office/drawing/2014/main" id="{BFE5BC53-7B2D-FE55-1243-E25B2EBB80AF}"/>
              </a:ext>
            </a:extLst>
          </p:cNvPr>
          <p:cNvSpPr>
            <a:spLocks noGrp="1"/>
          </p:cNvSpPr>
          <p:nvPr>
            <p:ph sz="half" idx="1"/>
          </p:nvPr>
        </p:nvSpPr>
        <p:spPr>
          <a:xfrm>
            <a:off x="95491" y="1066252"/>
            <a:ext cx="7176303" cy="5427572"/>
          </a:xfrm>
        </p:spPr>
        <p:txBody>
          <a:bodyPr>
            <a:noAutofit/>
          </a:bodyPr>
          <a:lstStyle/>
          <a:p>
            <a:pPr marL="0" lvl="0" indent="0" eaLnBrk="0" fontAlgn="base" hangingPunct="0">
              <a:lnSpc>
                <a:spcPct val="100000"/>
              </a:lnSpc>
              <a:spcBef>
                <a:spcPct val="0"/>
              </a:spcBef>
              <a:spcAft>
                <a:spcPct val="0"/>
              </a:spcAft>
              <a:buFontTx/>
              <a:buChar char="•"/>
            </a:pPr>
            <a:r>
              <a:rPr lang="en-US" sz="1500" b="1" dirty="0">
                <a:solidFill>
                  <a:srgbClr val="1F2937"/>
                </a:solidFill>
                <a:latin typeface="Sorts Mill Goudy" panose="020B0604020202020204" charset="0"/>
              </a:rPr>
              <a:t>Australia, Canada </a:t>
            </a:r>
            <a:r>
              <a:rPr lang="en-US" sz="1500" dirty="0">
                <a:solidFill>
                  <a:srgbClr val="1F2937"/>
                </a:solidFill>
                <a:latin typeface="Sorts Mill Goudy" panose="020B0604020202020204" charset="0"/>
              </a:rPr>
              <a:t>and</a:t>
            </a:r>
            <a:r>
              <a:rPr lang="en-US" sz="1500" b="1" dirty="0">
                <a:solidFill>
                  <a:srgbClr val="1F2937"/>
                </a:solidFill>
                <a:latin typeface="Sorts Mill Goudy" panose="020B0604020202020204" charset="0"/>
              </a:rPr>
              <a:t> Qatar </a:t>
            </a:r>
            <a:r>
              <a:rPr lang="en-US" sz="1500" dirty="0">
                <a:solidFill>
                  <a:srgbClr val="1F2937"/>
                </a:solidFill>
                <a:latin typeface="Sorts Mill Goudy" panose="020B0604020202020204" charset="0"/>
              </a:rPr>
              <a:t>emerge as the most promising markets, combining high customer ratings, strong engagement, and significant room for expansion.</a:t>
            </a:r>
          </a:p>
          <a:p>
            <a:pPr marL="0" lvl="0" indent="0" eaLnBrk="0" fontAlgn="base" hangingPunct="0">
              <a:lnSpc>
                <a:spcPct val="100000"/>
              </a:lnSpc>
              <a:spcBef>
                <a:spcPct val="0"/>
              </a:spcBef>
              <a:spcAft>
                <a:spcPct val="0"/>
              </a:spcAft>
              <a:buNone/>
            </a:pPr>
            <a:endParaRPr lang="en-US" sz="1500" dirty="0">
              <a:solidFill>
                <a:srgbClr val="1F2937"/>
              </a:solidFill>
              <a:latin typeface="Sorts Mill Goudy" panose="020B0604020202020204" charset="0"/>
            </a:endParaRPr>
          </a:p>
          <a:p>
            <a:pPr marL="0" lvl="0" indent="0" eaLnBrk="0" fontAlgn="base" hangingPunct="0">
              <a:lnSpc>
                <a:spcPct val="100000"/>
              </a:lnSpc>
              <a:spcBef>
                <a:spcPct val="0"/>
              </a:spcBef>
              <a:spcAft>
                <a:spcPct val="0"/>
              </a:spcAft>
            </a:pPr>
            <a:endParaRPr lang="en-US" sz="1500" dirty="0">
              <a:latin typeface="Sorts Mill Goudy" panose="020B0604020202020204" charset="0"/>
            </a:endParaRPr>
          </a:p>
          <a:p>
            <a:pPr marL="0" lvl="0" indent="0" eaLnBrk="0" fontAlgn="base" hangingPunct="0">
              <a:lnSpc>
                <a:spcPct val="100000"/>
              </a:lnSpc>
              <a:spcBef>
                <a:spcPct val="0"/>
              </a:spcBef>
              <a:spcAft>
                <a:spcPct val="0"/>
              </a:spcAft>
              <a:buFontTx/>
              <a:buChar char="•"/>
            </a:pPr>
            <a:r>
              <a:rPr lang="en-US" sz="1500" dirty="0">
                <a:solidFill>
                  <a:srgbClr val="1F2937"/>
                </a:solidFill>
                <a:latin typeface="Sorts Mill Goudy" panose="020B0604020202020204" charset="0"/>
              </a:rPr>
              <a:t>Within these countries </a:t>
            </a:r>
            <a:r>
              <a:rPr lang="en-US" sz="1500" dirty="0">
                <a:solidFill>
                  <a:srgbClr val="1F2937"/>
                </a:solidFill>
                <a:latin typeface="Sorts Mill Goudy" panose="020B0604020202020204" charset="0"/>
                <a:ea typeface="Sorts Mill Goudy" pitchFamily="34" charset="-122"/>
                <a:cs typeface="Sorts Mill Goudy" pitchFamily="34" charset="-120"/>
              </a:rPr>
              <a:t>: </a:t>
            </a:r>
            <a:r>
              <a:rPr lang="en-US" sz="1500" b="1" dirty="0">
                <a:solidFill>
                  <a:srgbClr val="1F2937"/>
                </a:solidFill>
                <a:latin typeface="Sorts Mill Goudy" panose="020B0604020202020204" charset="0"/>
                <a:ea typeface="Sorts Mill Goudy" pitchFamily="34" charset="-122"/>
                <a:cs typeface="Sorts Mill Goudy" pitchFamily="34" charset="-120"/>
              </a:rPr>
              <a:t>Balingup, Mayfield, Montville, Paynesville</a:t>
            </a:r>
            <a:r>
              <a:rPr lang="en-US" sz="1500" dirty="0">
                <a:solidFill>
                  <a:srgbClr val="1F2937"/>
                </a:solidFill>
                <a:latin typeface="Sorts Mill Goudy" panose="020B0604020202020204" charset="0"/>
                <a:ea typeface="Sorts Mill Goudy" pitchFamily="34" charset="-122"/>
                <a:cs typeface="Sorts Mill Goudy" pitchFamily="34" charset="-120"/>
              </a:rPr>
              <a:t> (Australia); </a:t>
            </a:r>
            <a:r>
              <a:rPr lang="en-US" sz="1500" b="1" dirty="0">
                <a:solidFill>
                  <a:srgbClr val="1F2937"/>
                </a:solidFill>
                <a:latin typeface="Sorts Mill Goudy" panose="020B0604020202020204" charset="0"/>
                <a:ea typeface="Sorts Mill Goudy" pitchFamily="34" charset="-122"/>
                <a:cs typeface="Sorts Mill Goudy" pitchFamily="34" charset="-120"/>
              </a:rPr>
              <a:t>Consort, Yorkton</a:t>
            </a:r>
            <a:r>
              <a:rPr lang="en-US" sz="1500" dirty="0">
                <a:solidFill>
                  <a:srgbClr val="1F2937"/>
                </a:solidFill>
                <a:latin typeface="Sorts Mill Goudy" panose="020B0604020202020204" charset="0"/>
                <a:ea typeface="Sorts Mill Goudy" pitchFamily="34" charset="-122"/>
                <a:cs typeface="Sorts Mill Goudy" pitchFamily="34" charset="-120"/>
              </a:rPr>
              <a:t> (Canada); </a:t>
            </a:r>
            <a:r>
              <a:rPr lang="en-US" sz="1500" b="1" dirty="0">
                <a:solidFill>
                  <a:srgbClr val="1F2937"/>
                </a:solidFill>
                <a:latin typeface="Sorts Mill Goudy" panose="020B0604020202020204" charset="0"/>
                <a:ea typeface="Sorts Mill Goudy" pitchFamily="34" charset="-122"/>
                <a:cs typeface="Sorts Mill Goudy" pitchFamily="34" charset="-120"/>
              </a:rPr>
              <a:t>Doha</a:t>
            </a:r>
            <a:r>
              <a:rPr lang="en-US" sz="1500" dirty="0">
                <a:solidFill>
                  <a:srgbClr val="1F2937"/>
                </a:solidFill>
                <a:latin typeface="Sorts Mill Goudy" panose="020B0604020202020204" charset="0"/>
                <a:ea typeface="Sorts Mill Goudy" pitchFamily="34" charset="-122"/>
                <a:cs typeface="Sorts Mill Goudy" pitchFamily="34" charset="-120"/>
              </a:rPr>
              <a:t> (Qatar) should be target</a:t>
            </a:r>
            <a:r>
              <a:rPr lang="en-US" sz="1500" dirty="0">
                <a:latin typeface="Sorts Mill Goudy" panose="020B0604020202020204" charset="0"/>
              </a:rPr>
              <a:t>.</a:t>
            </a:r>
          </a:p>
          <a:p>
            <a:pPr marL="0" lvl="0" indent="0" eaLnBrk="0" fontAlgn="base" hangingPunct="0">
              <a:lnSpc>
                <a:spcPct val="100000"/>
              </a:lnSpc>
              <a:spcBef>
                <a:spcPct val="0"/>
              </a:spcBef>
              <a:spcAft>
                <a:spcPct val="0"/>
              </a:spcAft>
              <a:buFontTx/>
              <a:buChar char="•"/>
            </a:pPr>
            <a:endParaRPr lang="en-US" sz="1500" dirty="0">
              <a:latin typeface="Sorts Mill Goudy" panose="020B0604020202020204" charset="0"/>
            </a:endParaRPr>
          </a:p>
          <a:p>
            <a:pPr marL="0" lvl="0" indent="0" eaLnBrk="0" fontAlgn="base" hangingPunct="0">
              <a:lnSpc>
                <a:spcPct val="100000"/>
              </a:lnSpc>
              <a:spcBef>
                <a:spcPct val="0"/>
              </a:spcBef>
              <a:spcAft>
                <a:spcPct val="0"/>
              </a:spcAft>
            </a:pPr>
            <a:endParaRPr lang="en-US" sz="1500" dirty="0">
              <a:latin typeface="Sorts Mill Goudy" panose="020B0604020202020204" charset="0"/>
            </a:endParaRPr>
          </a:p>
          <a:p>
            <a:pPr marL="0" lvl="0" indent="0" eaLnBrk="0" fontAlgn="base" hangingPunct="0">
              <a:lnSpc>
                <a:spcPct val="100000"/>
              </a:lnSpc>
              <a:spcBef>
                <a:spcPct val="0"/>
              </a:spcBef>
              <a:spcAft>
                <a:spcPct val="0"/>
              </a:spcAft>
              <a:buFontTx/>
              <a:buChar char="•"/>
            </a:pPr>
            <a:r>
              <a:rPr lang="en-US" sz="1500" dirty="0">
                <a:solidFill>
                  <a:srgbClr val="1F2937"/>
                </a:solidFill>
                <a:latin typeface="Sorts Mill Goudy" panose="020B0604020202020204" charset="0"/>
              </a:rPr>
              <a:t>Country Specific Pricing</a:t>
            </a:r>
            <a:r>
              <a:rPr lang="en-US" sz="1500" dirty="0">
                <a:latin typeface="Sorts Mill Goudy" panose="020B0604020202020204" charset="0"/>
              </a:rPr>
              <a:t> </a:t>
            </a:r>
            <a:r>
              <a:rPr lang="en-US" sz="1500" dirty="0">
                <a:solidFill>
                  <a:srgbClr val="1F2937"/>
                </a:solidFill>
                <a:latin typeface="Sorts Mill Goudy" panose="020B0604020202020204" charset="0"/>
                <a:ea typeface="Sorts Mill Goudy" pitchFamily="34" charset="-122"/>
                <a:cs typeface="Sorts Mill Goudy" pitchFamily="34" charset="-120"/>
              </a:rPr>
              <a:t>: </a:t>
            </a:r>
            <a:r>
              <a:rPr lang="en-US" sz="1500" b="1" dirty="0">
                <a:solidFill>
                  <a:srgbClr val="1F2937"/>
                </a:solidFill>
                <a:latin typeface="Sorts Mill Goudy" panose="020B0604020202020204" charset="0"/>
                <a:ea typeface="Sorts Mill Goudy" pitchFamily="34" charset="-122"/>
                <a:cs typeface="Sorts Mill Goudy" pitchFamily="34" charset="-120"/>
              </a:rPr>
              <a:t>premium in Qatar</a:t>
            </a:r>
            <a:r>
              <a:rPr lang="en-US" sz="1500" dirty="0">
                <a:solidFill>
                  <a:srgbClr val="1F2937"/>
                </a:solidFill>
                <a:latin typeface="Sorts Mill Goudy" panose="020B0604020202020204" charset="0"/>
                <a:ea typeface="Sorts Mill Goudy" pitchFamily="34" charset="-122"/>
                <a:cs typeface="Sorts Mill Goudy" pitchFamily="34" charset="-120"/>
              </a:rPr>
              <a:t> (₹5,527 avg), </a:t>
            </a:r>
            <a:r>
              <a:rPr lang="en-US" sz="1500" b="1" dirty="0">
                <a:solidFill>
                  <a:srgbClr val="1F2937"/>
                </a:solidFill>
                <a:latin typeface="Sorts Mill Goudy" panose="020B0604020202020204" charset="0"/>
                <a:ea typeface="Sorts Mill Goudy" pitchFamily="34" charset="-122"/>
                <a:cs typeface="Sorts Mill Goudy" pitchFamily="34" charset="-120"/>
              </a:rPr>
              <a:t>mid-range in Australia</a:t>
            </a:r>
            <a:r>
              <a:rPr lang="en-US" sz="1500" dirty="0">
                <a:solidFill>
                  <a:srgbClr val="1F2937"/>
                </a:solidFill>
                <a:latin typeface="Sorts Mill Goudy" panose="020B0604020202020204" charset="0"/>
                <a:ea typeface="Sorts Mill Goudy" pitchFamily="34" charset="-122"/>
                <a:cs typeface="Sorts Mill Goudy" pitchFamily="34" charset="-120"/>
              </a:rPr>
              <a:t> (₹2,869), </a:t>
            </a:r>
            <a:r>
              <a:rPr lang="en-US" sz="1500" b="1" dirty="0">
                <a:solidFill>
                  <a:srgbClr val="1F2937"/>
                </a:solidFill>
                <a:latin typeface="Sorts Mill Goudy" panose="020B0604020202020204" charset="0"/>
                <a:ea typeface="Sorts Mill Goudy" pitchFamily="34" charset="-122"/>
                <a:cs typeface="Sorts Mill Goudy" pitchFamily="34" charset="-120"/>
              </a:rPr>
              <a:t>flexible in Canada</a:t>
            </a:r>
            <a:r>
              <a:rPr lang="en-US" sz="1500" dirty="0">
                <a:solidFill>
                  <a:srgbClr val="1F2937"/>
                </a:solidFill>
                <a:latin typeface="Sorts Mill Goudy" panose="020B0604020202020204" charset="0"/>
                <a:ea typeface="Sorts Mill Goudy" pitchFamily="34" charset="-122"/>
                <a:cs typeface="Sorts Mill Goudy" pitchFamily="34" charset="-120"/>
              </a:rPr>
              <a:t> (₹2,382) aligned with market expectations</a:t>
            </a:r>
            <a:r>
              <a:rPr lang="en-US" sz="1500" dirty="0">
                <a:latin typeface="Sorts Mill Goudy" panose="020B0604020202020204" charset="0"/>
              </a:rPr>
              <a:t>.</a:t>
            </a:r>
          </a:p>
          <a:p>
            <a:pPr marL="0" lvl="0" indent="0" eaLnBrk="0" fontAlgn="base" hangingPunct="0">
              <a:lnSpc>
                <a:spcPct val="100000"/>
              </a:lnSpc>
              <a:spcBef>
                <a:spcPct val="0"/>
              </a:spcBef>
              <a:spcAft>
                <a:spcPct val="0"/>
              </a:spcAft>
            </a:pPr>
            <a:endParaRPr lang="en-US" sz="1500" dirty="0">
              <a:latin typeface="Sorts Mill Goudy" panose="020B0604020202020204" charset="0"/>
            </a:endParaRPr>
          </a:p>
          <a:p>
            <a:pPr marL="0" lvl="0" indent="0" eaLnBrk="0" fontAlgn="base" hangingPunct="0">
              <a:lnSpc>
                <a:spcPct val="100000"/>
              </a:lnSpc>
              <a:spcBef>
                <a:spcPct val="0"/>
              </a:spcBef>
              <a:spcAft>
                <a:spcPct val="0"/>
              </a:spcAft>
            </a:pPr>
            <a:endParaRPr lang="en-US" sz="1500" dirty="0">
              <a:latin typeface="Sorts Mill Goudy" panose="020B0604020202020204" charset="0"/>
            </a:endParaRPr>
          </a:p>
          <a:p>
            <a:pPr marL="0" lvl="0" indent="0" eaLnBrk="0" fontAlgn="base" hangingPunct="0">
              <a:lnSpc>
                <a:spcPct val="100000"/>
              </a:lnSpc>
              <a:spcBef>
                <a:spcPct val="0"/>
              </a:spcBef>
              <a:spcAft>
                <a:spcPct val="0"/>
              </a:spcAft>
              <a:buFontTx/>
              <a:buChar char="•"/>
            </a:pPr>
            <a:r>
              <a:rPr lang="en-US" sz="1500" dirty="0">
                <a:solidFill>
                  <a:srgbClr val="1F2937"/>
                </a:solidFill>
                <a:latin typeface="Sorts Mill Goudy" panose="020B0604020202020204" charset="0"/>
              </a:rPr>
              <a:t>Introducing or strengthening table booking and online delivery services will help improve accessibility and ratings.</a:t>
            </a:r>
          </a:p>
          <a:p>
            <a:pPr marL="0" lvl="0" indent="0" eaLnBrk="0" fontAlgn="base" hangingPunct="0">
              <a:lnSpc>
                <a:spcPct val="100000"/>
              </a:lnSpc>
              <a:spcBef>
                <a:spcPct val="0"/>
              </a:spcBef>
              <a:spcAft>
                <a:spcPct val="0"/>
              </a:spcAft>
            </a:pPr>
            <a:endParaRPr lang="en-US" sz="1500" dirty="0">
              <a:latin typeface="Sorts Mill Goudy" panose="020B0604020202020204" charset="0"/>
            </a:endParaRPr>
          </a:p>
          <a:p>
            <a:pPr marL="0" lvl="0" indent="0" eaLnBrk="0" fontAlgn="base" hangingPunct="0">
              <a:lnSpc>
                <a:spcPct val="100000"/>
              </a:lnSpc>
              <a:spcBef>
                <a:spcPct val="0"/>
              </a:spcBef>
              <a:spcAft>
                <a:spcPct val="0"/>
              </a:spcAft>
            </a:pPr>
            <a:endParaRPr lang="en-US" sz="1500" dirty="0">
              <a:latin typeface="Sorts Mill Goudy" panose="020B0604020202020204" charset="0"/>
            </a:endParaRPr>
          </a:p>
          <a:p>
            <a:pPr marL="0" lvl="0" indent="0" eaLnBrk="0" fontAlgn="base" hangingPunct="0">
              <a:lnSpc>
                <a:spcPct val="100000"/>
              </a:lnSpc>
              <a:spcBef>
                <a:spcPct val="0"/>
              </a:spcBef>
              <a:spcAft>
                <a:spcPct val="0"/>
              </a:spcAft>
              <a:buFontTx/>
              <a:buChar char="•"/>
            </a:pPr>
            <a:r>
              <a:rPr lang="en-US" sz="1500" dirty="0">
                <a:solidFill>
                  <a:srgbClr val="1F2937"/>
                </a:solidFill>
                <a:latin typeface="Sorts Mill Goudy" panose="020B0604020202020204" charset="0"/>
              </a:rPr>
              <a:t>Concentrating on cuisines with stable, high ratings and substantial vote counts can accelerate acceptance in new locations.</a:t>
            </a:r>
          </a:p>
          <a:p>
            <a:pPr marL="0" lvl="0" indent="0" eaLnBrk="0" fontAlgn="base" hangingPunct="0">
              <a:lnSpc>
                <a:spcPct val="100000"/>
              </a:lnSpc>
              <a:spcBef>
                <a:spcPct val="0"/>
              </a:spcBef>
              <a:spcAft>
                <a:spcPct val="0"/>
              </a:spcAft>
            </a:pPr>
            <a:endParaRPr lang="en-US" sz="1500" dirty="0">
              <a:latin typeface="Sorts Mill Goudy" panose="020B0604020202020204" charset="0"/>
            </a:endParaRPr>
          </a:p>
          <a:p>
            <a:pPr marL="0" lvl="0" indent="0" eaLnBrk="0" fontAlgn="base" hangingPunct="0">
              <a:lnSpc>
                <a:spcPct val="100000"/>
              </a:lnSpc>
              <a:spcBef>
                <a:spcPct val="0"/>
              </a:spcBef>
              <a:spcAft>
                <a:spcPct val="0"/>
              </a:spcAft>
            </a:pPr>
            <a:endParaRPr lang="en-US" sz="1500" dirty="0">
              <a:latin typeface="Sorts Mill Goudy" panose="020B0604020202020204" charset="0"/>
            </a:endParaRPr>
          </a:p>
          <a:p>
            <a:pPr marL="0" lvl="0" indent="0" eaLnBrk="0" fontAlgn="base" hangingPunct="0">
              <a:lnSpc>
                <a:spcPct val="100000"/>
              </a:lnSpc>
              <a:spcBef>
                <a:spcPct val="0"/>
              </a:spcBef>
              <a:spcAft>
                <a:spcPct val="0"/>
              </a:spcAft>
              <a:buFontTx/>
              <a:buChar char="•"/>
            </a:pPr>
            <a:r>
              <a:rPr lang="en-US" sz="1500" dirty="0">
                <a:solidFill>
                  <a:srgbClr val="1F2937"/>
                </a:solidFill>
                <a:latin typeface="Sorts Mill Goudy" panose="020B0604020202020204" charset="0"/>
              </a:rPr>
              <a:t>Acting early in these identified markets will maximize visibility, secure market share, and set a foundation for long-term growth.</a:t>
            </a:r>
          </a:p>
        </p:txBody>
      </p:sp>
      <p:sp>
        <p:nvSpPr>
          <p:cNvPr id="5" name="Shape 0">
            <a:extLst>
              <a:ext uri="{FF2B5EF4-FFF2-40B4-BE49-F238E27FC236}">
                <a16:creationId xmlns:a16="http://schemas.microsoft.com/office/drawing/2014/main" id="{3A4C12A5-9694-3782-A0AF-CAFFE3BCDDFA}"/>
              </a:ext>
            </a:extLst>
          </p:cNvPr>
          <p:cNvSpPr/>
          <p:nvPr/>
        </p:nvSpPr>
        <p:spPr>
          <a:xfrm>
            <a:off x="300942" y="14763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solidFill>
          <a:ln/>
        </p:spPr>
      </p:sp>
      <p:sp>
        <p:nvSpPr>
          <p:cNvPr id="7" name="TextBox 6">
            <a:extLst>
              <a:ext uri="{FF2B5EF4-FFF2-40B4-BE49-F238E27FC236}">
                <a16:creationId xmlns:a16="http://schemas.microsoft.com/office/drawing/2014/main" id="{78A93584-D0BE-BE97-CC53-48C348A412B8}"/>
              </a:ext>
            </a:extLst>
          </p:cNvPr>
          <p:cNvSpPr txBox="1"/>
          <p:nvPr/>
        </p:nvSpPr>
        <p:spPr>
          <a:xfrm>
            <a:off x="381965" y="215821"/>
            <a:ext cx="533400" cy="397032"/>
          </a:xfrm>
          <a:prstGeom prst="rect">
            <a:avLst/>
          </a:prstGeom>
          <a:noFill/>
        </p:spPr>
        <p:txBody>
          <a:bodyPr wrap="square">
            <a:spAutoFit/>
          </a:bodyPr>
          <a:lstStyle/>
          <a:p>
            <a:pPr>
              <a:lnSpc>
                <a:spcPct val="110000"/>
              </a:lnSpc>
            </a:pPr>
            <a:r>
              <a:rPr lang="en-US" sz="1800" b="1" dirty="0">
                <a:solidFill>
                  <a:srgbClr val="F9FAFB"/>
                </a:solidFill>
                <a:latin typeface="Sorts Mill Goudy" pitchFamily="34" charset="0"/>
                <a:ea typeface="Sorts Mill Goudy" pitchFamily="34" charset="-122"/>
                <a:cs typeface="Sorts Mill Goudy" pitchFamily="34" charset="-120"/>
              </a:rPr>
              <a:t>18</a:t>
            </a:r>
            <a:endParaRPr lang="en-US" sz="1600" dirty="0"/>
          </a:p>
        </p:txBody>
      </p:sp>
      <p:sp>
        <p:nvSpPr>
          <p:cNvPr id="8" name="Shape 4">
            <a:extLst>
              <a:ext uri="{FF2B5EF4-FFF2-40B4-BE49-F238E27FC236}">
                <a16:creationId xmlns:a16="http://schemas.microsoft.com/office/drawing/2014/main" id="{F7C298F2-B1D1-3590-16B7-42CC1F02F0C5}"/>
              </a:ext>
            </a:extLst>
          </p:cNvPr>
          <p:cNvSpPr/>
          <p:nvPr/>
        </p:nvSpPr>
        <p:spPr>
          <a:xfrm>
            <a:off x="333342" y="780419"/>
            <a:ext cx="1066696" cy="33334"/>
          </a:xfrm>
          <a:custGeom>
            <a:avLst/>
            <a:gdLst/>
            <a:ahLst/>
            <a:cxnLst/>
            <a:rect l="l" t="t" r="r" b="b"/>
            <a:pathLst>
              <a:path w="1066696" h="33334">
                <a:moveTo>
                  <a:pt x="0" y="0"/>
                </a:moveTo>
                <a:lnTo>
                  <a:pt x="1066696" y="0"/>
                </a:lnTo>
                <a:lnTo>
                  <a:pt x="1066696" y="33334"/>
                </a:lnTo>
                <a:lnTo>
                  <a:pt x="0" y="33334"/>
                </a:lnTo>
                <a:lnTo>
                  <a:pt x="0" y="0"/>
                </a:lnTo>
                <a:close/>
              </a:path>
            </a:pathLst>
          </a:custGeom>
          <a:solidFill>
            <a:srgbClr val="8B0000"/>
          </a:solidFill>
          <a:ln/>
        </p:spPr>
      </p:sp>
      <p:pic>
        <p:nvPicPr>
          <p:cNvPr id="1030" name="Picture 6" descr="Zomato Logo Background Images, HD ...">
            <a:extLst>
              <a:ext uri="{FF2B5EF4-FFF2-40B4-BE49-F238E27FC236}">
                <a16:creationId xmlns:a16="http://schemas.microsoft.com/office/drawing/2014/main" id="{6DC9375E-899A-A813-F903-7E2A09ED61B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483237" y="1443942"/>
            <a:ext cx="4523567" cy="4132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0412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487FF1C-1728-4BF4-A885-5C781601945E}">
  <we:reference id="wa200005566" version="3.0.0.3" store="en-GB"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364</TotalTime>
  <Words>2055</Words>
  <Application>Microsoft Office PowerPoint</Application>
  <PresentationFormat>Widescreen</PresentationFormat>
  <Paragraphs>353</Paragraphs>
  <Slides>18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Sorts Mill Goudy</vt:lpstr>
      <vt:lpstr>Arial</vt:lpstr>
      <vt:lpstr>Calibri</vt:lpstr>
      <vt:lpstr>Poppins Light</vt:lpstr>
      <vt:lpstr>Montserrat Bold</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Restaurant Analysis</dc:title>
  <dc:subject>Zomato Restaurant Analysis</dc:subject>
  <dc:creator>Kimi</dc:creator>
  <cp:lastModifiedBy>jyotirmay mishra</cp:lastModifiedBy>
  <cp:revision>1</cp:revision>
  <dcterms:created xsi:type="dcterms:W3CDTF">2026-02-04T20:04:45Z</dcterms:created>
  <dcterms:modified xsi:type="dcterms:W3CDTF">2026-02-20T06:29:50Z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{"Label":"Zomato Restaurant Analysis","ContentProducer":"001191110108MACG2KBH8F10000","ProduceID":"19c2a164-e4d2-8dbd-8000-0000b09560ac","ReservedCode1":"","ContentPropagator":"001191110108MACG2KBH8F20000","PropagateID":"19c2a164-e4d2-8dbd-8000-0000b09560ac","ReservedCode2":""}</vt:lpwstr>
  </property>
</Properties>
</file>